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65" r:id="rId12"/>
    <p:sldId id="270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ing" id="{33B0E4FE-DB35-4941-ACCD-39D58A5981C5}">
          <p14:sldIdLst>
            <p14:sldId id="256"/>
          </p14:sldIdLst>
        </p14:section>
        <p14:section name="Starting" id="{529262DA-1F9B-4788-9D53-1F4A65DE4962}">
          <p14:sldIdLst>
            <p14:sldId id="257"/>
          </p14:sldIdLst>
        </p14:section>
        <p14:section name="Introduction to Debugging" id="{E52E10D1-CE50-4E5F-B1A1-E6DC28D8F57C}">
          <p14:sldIdLst>
            <p14:sldId id="258"/>
            <p14:sldId id="259"/>
            <p14:sldId id="260"/>
            <p14:sldId id="261"/>
          </p14:sldIdLst>
        </p14:section>
        <p14:section name="Debugging Techniques" id="{1996E848-6C4B-434A-A42F-7BE5A99F8F52}">
          <p14:sldIdLst>
            <p14:sldId id="262"/>
            <p14:sldId id="263"/>
            <p14:sldId id="264"/>
            <p14:sldId id="271"/>
            <p14:sldId id="265"/>
          </p14:sldIdLst>
        </p14:section>
        <p14:section name="Ending" id="{5B299FA5-5F35-4AD8-A41A-C503C253A3DF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3AB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74"/>
    <p:restoredTop sz="94682"/>
  </p:normalViewPr>
  <p:slideViewPr>
    <p:cSldViewPr snapToGrid="0">
      <p:cViewPr varScale="1">
        <p:scale>
          <a:sx n="78" d="100"/>
          <a:sy n="78" d="100"/>
        </p:scale>
        <p:origin x="96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23:11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96 0 0,'77'17'173'0'0,"115"20"581"0"0,108 11 30 0 0,-116-16-274 0 0,53 12 0 0 0,-36-2-184 0 0,184 46 222 0 0,452 129 211 0 0,-781-205-737 0 0,-14-5-83 0 0,10 1-389 0 0,-21-4-278 0 0,-23-3-501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24:55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67 76 0 0,'0'0'3144'0'0,"-16"-2"-2134"0"0,-1-1-589 0 0,-13-2-74 0 0,-11 6 4097 0 0,-3 1-3711 0 0,33-2 7258 0 0,36 6-7974 0 0,77 16-14 0 0,-77-16 25 0 0,-14-7-13 0 0,34-1-3 0 0,-34 1 41 0 0,1 0-340 0 0,33-6 198 0 0,-34 5-24 0 0,-3-1-569 0 0,41-13-990 0 0,-12 2 956 0 0,-27 10-134 0 0,-7 4 683 0 0,0-1 1 0 0,-1 1-1 0 0,1-1 0 0 0,0 0 0 0 0,0 0 0 0 0,0 0 1 0 0,-1 0-1 0 0,1 0 0 0 0,0 0 0 0 0,3-3 0 0 0,1-1-285 0 0,1 2-1730 0 0,-2-1-1381 0 0,23-15 270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24:55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1 852 0 0,'0'0'7276'0'0,"24"2"-7138"0"0,94 10 344 0 0,-88-4-373 0 0,-22-4-89 0 0,0-2 160 0 0,-6 7-137 0 0,9 26-3 0 0,-9-26-5 0 0,-5 3-8 0 0,-1 2-17 0 0,3-7-4 0 0,-1 0 1 0 0,0-1-1 0 0,0 1 1 0 0,-1 0-1 0 0,0-1 1 0 0,-5 10 0 0 0,-11 19 22 0 0,-36 53 0 0 0,-18 2 11 0 0,39-47-291 0 0,-57 65-896 0 0,27-45-3108 0 0,44-46 2172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25:59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90 100 120 0 0,'-57'0'3762'0'0,"24"-1"6935"0"0,68-3-9807 0 0,-27 2-749 0 0,-1 1 1 0 0,1 0 0 0 0,0 0-1 0 0,11 1 1 0 0,18 3-172 0 0,1-2 1 0 0,0-2 0 0 0,46-6-1 0 0,-63 4-1136 0 0,-1-2-1 0 0,33-11 0 0 0,-38 10-543 0 0,0 0-1 0 0,0-1 0 0 0,27-19 1 0 0,-17 10-1507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25:59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7 340 0 0,'0'0'2074'0'0,"14"-7"-470"0"0,-5 8-1432 0 0,1 0 1 0 0,-1 1-1 0 0,0-1 1 0 0,0 2-1 0 0,0-1 0 0 0,0 1 1 0 0,0 1-1 0 0,-1 0 1 0 0,1 0-1 0 0,-1 0 1 0 0,0 1-1 0 0,0 0 1 0 0,-1 1-1 0 0,12 10 0 0 0,-14-11-118 0 0,1 0 0 0 0,-1 1 0 0 0,0 0 0 0 0,0 0-1 0 0,-1 0 1 0 0,1 1 0 0 0,-1-1 0 0 0,-1 1 0 0 0,1 0-1 0 0,-1 0 1 0 0,-1 1 0 0 0,1-1 0 0 0,-1 0 0 0 0,0 1-1 0 0,-1 0 1 0 0,0-1 0 0 0,0 1 0 0 0,-1 11 0 0 0,-1-3-46 0 0,-2-1 0 0 0,0 1 0 0 0,-1-1 0 0 0,-1 1 0 0 0,0-1 1 0 0,-1 0-1 0 0,-1-1 0 0 0,0 0 0 0 0,-1 0 0 0 0,-13 19 0 0 0,4-11-755 0 0,0-2 0 0 0,-2 1 0 0 0,0-2 0 0 0,-1-1 0 0 0,-31 23 0 0 0,17-18-1075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28:25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465 1 84 0 0,'-350'537'8995'0'0,"319"-479"-7576"0"0,-30 76 1 0 0,48-103-684 0 0,13-30-352 0 0,0 0-372 0 0,0-1 1 0 0,0 1-1 0 0,0-1 1 0 0,0 1-1 0 0,0-1 1 0 0,0 1-1 0 0,0-1 1 0 0,0 1-1 0 0,0-1 1 0 0,0 1-1 0 0,1-1 0 0 0,-1 1 1 0 0,0-1-1 0 0,0 1 1 0 0,0-1-1 0 0,1 1 1 0 0,-1-1-1 0 0,0 1 1 0 0,1-1-1 0 0,-1 0 1 0 0,0 1-1 0 0,1-1 1 0 0,-1 0-1 0 0,1 1 1 0 0,-1-1-1 0 0,1 0 1 0 0,-1 1-1 0 0,0-1 0 0 0,1 0 1 0 0,-1 0-1 0 0,1 0 1 0 0,-1 1-1 0 0,1-1 1 0 0,-1 0-1 0 0,1 0 1 0 0,0 0-1 0 0,-1 0 1 0 0,1 0-1 0 0,-1 0 1 0 0,1 0-1 0 0,-1 0 1 0 0,1 0-1 0 0,-1 0 1 0 0,1 0-1 0 0,-1-1 0 0 0,1 1 1 0 0,-1 0-1 0 0,1 0 1 0 0,-1 0-1 0 0,1-1 1 0 0,-1 1-1 0 0,0 0 1 0 0,1 0-1 0 0,-1-1 1 0 0,1 1-1 0 0,0-1 1 0 0,36-23 73 0 0,-27 17 3 0 0,12-8-33 0 0,35-24 96 0 0,62-32 1 0 0,-89 55-113 0 0,-15 7-13 0 0,0 0 0 0 0,29-9 0 0 0,-40 16-21 0 0,-1 1 1 0 0,1 0 0 0 0,0 0 0 0 0,0 0-1 0 0,-1 1 1 0 0,1-1 0 0 0,0 1-1 0 0,0 0 1 0 0,0 0 0 0 0,0 1 0 0 0,-1-1-1 0 0,1 1 1 0 0,0-1 0 0 0,0 1-1 0 0,0 1 1 0 0,-1-1 0 0 0,6 3 0 0 0,-7-3-3 0 0,0 0 0 0 0,0 1 0 0 0,-1-1 0 0 0,1 0-1 0 0,-1 1 1 0 0,1-1 0 0 0,-1 1 0 0 0,0 0 0 0 0,1 0 0 0 0,-1-1 0 0 0,0 1 0 0 0,0 0 0 0 0,0 0 0 0 0,-1 0 0 0 0,1 0 0 0 0,0 0 0 0 0,-1 0 0 0 0,1 0 0 0 0,-1 0 0 0 0,0 0 0 0 0,1 0 0 0 0,-1 1 0 0 0,0 1 0 0 0,-1 7 28 0 0,0 0 0 0 0,-1 0 0 0 0,-4 16 1 0 0,-5 13 61 0 0,-16 41 1 0 0,5-29 87 0 0,-42 71-1 0 0,17-46 366 0 0,-90 110-1 0 0,115-160-344 0 0,-113 128 1952 0 0,133-153-1726 0 0,6-7-375 0 0,24-29-130 0 0,1 1-1 0 0,2 2 1 0 0,1 1-1 0 0,1 1 1 0 0,1 2-1 0 0,39-22 1 0 0,-26 23-886 0 0,-46 25 807 0 0,-2 6-102 0 0,-2 5 214 0 0,0 0 0 0 0,0-1 0 0 0,-1 1 0 0 0,-1-1 0 0 0,1 0 0 0 0,-12 14 0 0 0,-43 54-440 0 0,51-68 394 0 0,-90 107-1808 0 0,30-42-6388 0 0,57-63 4774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5T13:29:26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 24162,'0'0'-248,"-5"0"-303,-14 1 312,14 0 23,-18-2-593,22 1 540,-17 0-1391,13 0-2551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1:01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1167 102 1112 0 0,'0'0'1211'0'0,"9"-5"13"0"0,36-20 13083 0 0,-60 15-14051 0 0,-45-30-45 0 0,46 30-25 0 0,1 9-7 0 0,-56-5 92 0 0,37 4-167 0 0,24 1-3 0 0,-3 1 5 0 0,-34 0-35 0 0,34 0 62 0 0,0 1-77 0 0,-1-2-33 0 0,6 0 11 0 0,0 1 1 0 0,1-1-1 0 0,-1 2 0 0 0,1-1 0 0 0,-1 1 1 0 0,1-1-1 0 0,-8 3 0 0 0,-24 4-27 0 0,28-5-11 0 0,3 5-10 0 0,-2 1 9 0 0,5-5 8 0 0,0-1 0 0 0,0 2 0 0 0,1-1-1 0 0,-1 0 1 0 0,1 1 0 0 0,-1-1 0 0 0,1 1 0 0 0,-2 5 0 0 0,-22 39 6 0 0,-133 272-8 0 0,133-260 6 0 0,4 1 0 0 0,2 2-1 0 0,-19 95 1 0 0,-119 528 33 0 0,139-625-36 0 0,-23 78-24 0 0,-20 55 75 0 0,17-59-23 0 0,-32 64 15 0 0,22-64-16 0 0,38-93 4 0 0,14-35-16 0 0,1 0-37 0 0,-6 23 16 0 0,6-23 77 0 0,10-1-111 0 0,27 17-23 0 0,-26-18-59 0 0,10-13-965 0 0,-11 4 1007 0 0,24-10-518 0 0,-1-2-1 0 0,-1-1 1 0 0,34-25 0 0 0,30-24-2427 0 0,3 4-3532 0 0,-53 34 2702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1:02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729 105 14309 0 0,'0'0'982'0'0,"6"-13"-954"0"0,26-54 7 0 0,-22 64-28 0 0,-1-2-7 0 0,-5 3 1 0 0,-1 0 0 0 0,1 0-1 0 0,0 1 1 0 0,-1 0-1 0 0,1 0 1 0 0,0 0 0 0 0,0 0-1 0 0,0 0 1 0 0,0 1-1 0 0,4-1 1 0 0,24-2-1 0 0,-24 2-7 0 0,6 2-1 0 0,41 0 12 0 0,-42-1 2 0 0,0 2-8 0 0,59 5 8 0 0,-20-2-29 0 0,-11-3 21 0 0,-30-1 162 0 0,-3 1-115 0 0,24 6-6 0 0,-24-6 240 0 0,-5 6-189 0 0,7 24 28 0 0,-7-24 34 0 0,-3 6 2 0 0,0 3-106 0 0,1-5 12 0 0,-1 0 0 0 0,-1 1 1 0 0,-3 19-1 0 0,-15 71 308 0 0,-63 191 0 0 0,13-58-114 0 0,-95 373 95 0 0,138-525-299 0 0,11-37-17 0 0,-10 52 1 0 0,10-21-5 0 0,-36 196 60 0 0,47-244-62 0 0,-14 55 0 0 0,7-45-18 0 0,10-35-6 0 0,0 1 1 0 0,0-1-1 0 0,-1 0 0 0 0,0 1 1 0 0,0-1-1 0 0,-4 6 0 0 0,-13 26 13 0 0,-14 36 102 0 0,30-66 24 0 0,-1-2 70 0 0,-12 19 104 0 0,12-18 570 0 0,-3-3-396 0 0,-20 10-23 0 0,20-9-26 0 0,-5-5-35 0 0,-1 2-283 0 0,6 0-42 0 0,0-1-1 0 0,0 1 1 0 0,1-2-1 0 0,-1 1 1 0 0,0-1-1 0 0,-8-2 1 0 0,1 2 18 0 0,6 0-26 0 0,0 1 0 0 0,0-2-1 0 0,0 1 1 0 0,0-1 0 0 0,-11-5 0 0 0,-153-52 126 0 0,58 8-1362 0 0,86 37 65 0 0,19 9 710 0 0,1 1 0 0 0,-1-1 0 0 0,1-1 0 0 0,0 0 0 0 0,0 0 0 0 0,-7-8 0 0 0,-1-3-4433 0 0,7 2 2461 0 0,4 6 522 0 0,-1 2-3362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1:02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 14581 0 0,'0'0'885'0'0,"-6"11"-729"0"0,-18 31-82 0 0,18-31-32 0 0,1 23 77 0 0,2-24-83 0 0,2-2 1341 0 0,7 1-1115 0 0,17 25-54 0 0,-17-25-5 0 0,10-10-6 0 0,2 3-143 0 0,-9-1-18 0 0,0-1 0 0 0,0 0 1 0 0,0 0-1 0 0,0-1 0 0 0,1 0 0 0 0,8-3 1 0 0,68-9 255 0 0,147-39-236 0 0,-143 24-807 0 0,-40 12-224 0 0,-41 13 307 0 0,-2 1-140 0 0,21-8-167 0 0,-20 8-345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1:02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0 157 1280 0 0,'0'0'3832'0'0,"88"-64"-2131"0"0,-22 41-1257 0 0,-24 10-340 0 0,45-14-1048 0 0,-42 15-129 0 0,5 0-1155 0 0,-1 7 508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1:05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1244 1309 520 0 0,'0'0'19239'0'0,"1"-23"-19120"0"0,1-70 3 0 0,-2 70 213 0 0,0 13-223 0 0,0-51 294 0 0,0 22-354 0 0,0 29 61 0 0,-1 1-62 0 0,-4-44 154 0 0,5 43-191 0 0,0 7-8 0 0,0 0 0 0 0,0-1 1 0 0,-1 1-1 0 0,1 0 0 0 0,-1-1 1 0 0,0 1-1 0 0,1 0 1 0 0,-2 0-1 0 0,1 0 0 0 0,0 0 1 0 0,-3-5-1 0 0,-9-18 36 0 0,10 19-15 0 0,0-2 5 0 0,-8-31 76 0 0,-26-58 1 0 0,25 73-61 0 0,9 19-11 0 0,-2-1 5 0 0,-1-1-21 0 0,3 5-5 0 0,0-1 1 0 0,1 1 0 0 0,-1-1 0 0 0,1 0 0 0 0,0 1-1 0 0,0-1 1 0 0,-2-6 0 0 0,-28-54 117 0 0,29 57-61 0 0,0 0-43 0 0,-11-40 44 0 0,3 6-71 0 0,9 31 10 0 0,-1 4-8 0 0,-13-32 43 0 0,5 4-44 0 0,11 30-2 0 0,-1 1 0 0 0,0 0 0 0 0,0-1 0 0 0,-1 1 1 0 0,1 0-1 0 0,-1 0 0 0 0,1 0 0 0 0,-1 0 0 0 0,-2-2 0 0 0,-1-2 3 0 0,2 1 10 0 0,-1 0-1 0 0,-10-20 7 0 0,11 20 30 0 0,-1-1-27 0 0,-14-23-12 0 0,14 23 15 0 0,0 1-16 0 0,-13-17-1 0 0,13 18 12 0 0,-2 0-16 0 0,-19-13 0 0 0,13 9-2 0 0,-10-6-7 0 0,-10-6 1 0 0,6 7 1 0 0,-9-6 1 0 0,-31-20-16 0 0,54 35 14 0 0,-4-3 6 0 0,-72-26 8 0 0,59 24-10 0 0,22 7 3 0 0,-3 0-8 0 0,-29-11-5 0 0,30 10-2 0 0,0 2 6 0 0,-26-8 2 0 0,26 7-1 0 0,2 2-3 0 0,-24-6-8 0 0,23 5 0 0 0,-2 1-2 0 0,-29-2 12 0 0,29 2-7 0 0,-1 1-7 0 0,-30-2 4 0 0,30 2-4 0 0,1 0 6 0 0,-29-2 6 0 0,29 2 0 0 0,-3 1 6 0 0,-2-1 2 0 0,-42 5-54 0 0,25 0 43 0 0,24-4-2 0 0,5-1-59 0 0,0 0 69 0 0,0 0-1 0 0,0 1 0 0 0,0 0 0 0 0,0-1 0 0 0,0 1 0 0 0,0 0 0 0 0,1 0 0 0 0,-1 1 1 0 0,-4 1-1 0 0,-1 1-3 0 0,-1-1-5 0 0,4 2-18 0 0,-17 13 23 0 0,16-13 745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1:05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0 1400 0 0,'0'0'14463'0'0,"-22"9"-14097"0"0,-68 28-53 0 0,88-37-283 0 0,-1 1 0 0 0,0 0 1 0 0,1 0-1 0 0,-1 0 0 0 0,0 1 0 0 0,1-1 0 0 0,-1 1 0 0 0,1-1 0 0 0,-3 3 1 0 0,-39 48 410 0 0,41-47-466 0 0,0 4-87 0 0,-9 25-106 0 0,9-25-126 0 0,1-2-151 0 0,-9 25-142 0 0,9-25-146 0 0,2 3-3724 0 0,0 26 660 0 0,0-27 294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1:08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658 95 892 0 0,'0'0'1141'0'0,"-11"-8"-42"0"0,-34-25-71 0 0,34 24 781 0 0,4 6-1024 0 0,-20-11-78 0 0,21 10 2022 0 0,-1 0-2301 0 0,-18-12-24 0 0,18 12 5050 0 0,-8 14-5341 0 0,1-1-86 0 0,4-3-11 0 0,0 0 0 0 0,1 0-1 0 0,0 1 1 0 0,1 0 0 0 0,-1 1-1 0 0,2 0 1 0 0,-1 0 0 0 0,-8 12 0 0 0,-266 391 511 0 0,276-403-513 0 0,1 0 0 0 0,0 0 0 0 0,0 0 0 0 0,1 0 0 0 0,-3 11 0 0 0,-10 18 62 0 0,6-16 7 0 0,0 6-31 0 0,6-13-8 0 0,-18 62 67 0 0,21-69-78 0 0,1 2-2 0 0,-4 28 2 0 0,4-28 48 0 0,0 1-48 0 0,-4 39 89 0 0,5-44-116 0 0,0-1 0 0 0,0 0 1 0 0,1 1-1 0 0,-1-1 0 0 0,1 0 0 0 0,1 1 0 0 0,1 4 0 0 0,0 1-1 0 0,-1 0 127 0 0,3-5-122 0 0,15 14-29 0 0,-15-15-10 0 0,11-8-3185 0 0,45-15 2289 0 0,-46 14-331 0 0,-2 1-1127 0 0,48-15-1569 0 0,-12 5 302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1:09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491 28 1428 0 0,'0'0'11994'0'0,"16"-5"-11770"0"0,49-13-19 0 0,-48 13 299 0 0,36 10-233 0 0,-42-5 1872 0 0,-3 5-2008 0 0,24 14-23 0 0,-24-15 68 0 0,-8 8-86 0 0,-1 54 37 0 0,-2-1-21 0 0,3 6 13 0 0,0-63-117 0 0,31 408 285 0 0,-16-325-262 0 0,-14-82-13 0 0,0 0 0 0 0,5 34 2062 0 0,-10-34-1557 0 0,-12 30-41 0 0,16-39-467 0 0,-1 1 1 0 0,1-1-1 0 0,0 1 0 0 0,0-1 0 0 0,0 1 0 0 0,0-1 0 0 0,0 1 0 0 0,-1-1 1 0 0,1 1-1 0 0,0-1 0 0 0,0 1 0 0 0,-1-1 0 0 0,1 1 0 0 0,0-1 0 0 0,-1 0 1 0 0,1 1-1 0 0,0-1 0 0 0,-1 0 0 0 0,1 1 0 0 0,-1-1 0 0 0,1 0 0 0 0,-1 1 1 0 0,1-1-1 0 0,0 0 0 0 0,-1 0 0 0 0,1 0 0 0 0,-1 1 0 0 0,1-1 1 0 0,-1 0-1 0 0,1 0 0 0 0,-2 0 0 0 0,-6 3 111 0 0,4-1-60 0 0,0-1 1 0 0,-1 0-1 0 0,1 0 0 0 0,0 0 1 0 0,-1-1-1 0 0,1 0 0 0 0,-9 0 1 0 0,-76 5-397 0 0,0-4 0 0 0,-118-14 0 0 0,181 8-544 0 0,-38 0 1 0 0,-4 0-906 0 0,46 2 954 0 0,5 2-1476 0 0,-7-2-3263 0 0,-38-5 547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1:19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1073 65 348 0 0,'0'0'16792'0'0,"-14"-10"-16534"0"0,-41-29-24 0 0,54 38-221 0 0,-1 0 0 0 0,1 0 1 0 0,0 0-1 0 0,0 0 1 0 0,0 0-1 0 0,0 0 1 0 0,-1 1-1 0 0,1-1 0 0 0,0 0 1 0 0,-1 1-1 0 0,1-1 1 0 0,0 1-1 0 0,-1 0 1 0 0,-2-1-1 0 0,-26-2 162 0 0,22 2-6 0 0,-2 1 2 0 0,-33 0-42 0 0,33 0 62 0 0,-1 0-83 0 0,-30 0-28 0 0,30 0 395 0 0,1 1-466 0 0,-42 8-25 0 0,47-1 24 0 0,-75 125-22 0 0,-163 308 55 0 0,131-248 8 0 0,10-22-34 0 0,-13 23-6 0 0,94-162 23 0 0,19-29-29 0 0,-1 0 0 0 0,0 1 0 0 0,1 0 0 0 0,-1 0 0 0 0,1-1 0 0 0,0 1 0 0 0,-2 6 0 0 0,-17 34 33 0 0,7-16-8 0 0,10-21 8 0 0,1-1-45 0 0,-9 20-7 0 0,9-19 6 0 0,15-3-63 0 0,33 15 56 0 0,-34-14 9 0 0,-1-5 6 0 0,30 0 14 0 0,-30 0 9 0 0,2 0-75 0 0,35-1-30 0 0,-35 1-50 0 0,0-2-884 0 0,36-6 656 0 0,-36 6-39 0 0,-4-1-1401 0 0,2 0 1495 0 0,30-11-2543 0 0,-31 10 2204 0 0,6-2-282 0 0,6-4-3663 0 0,9-5 1042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1:17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1126 1259 720 0 0,'0'0'11640'0'0,"-23"2"-11492"0"0,-4 3-87 0 0,10-2 146 0 0,0-1 0 0 0,-1 0 0 0 0,-19-1 0 0 0,-18-1 32 0 0,44 0 123 0 0,0-1-235 0 0,-57-3 243 0 0,12-1 124 0 0,43 4-440 0 0,-36-8 455 0 0,11 0-370 0 0,29 6 128 0 0,1 1-148 0 0,-21-7-27 0 0,21 7 119 0 0,0-2-125 0 0,-42-16 116 0 0,22 6-114 0 0,21 11-2 0 0,-2-1 7 0 0,-27-13 20 0 0,27 13-1 0 0,-1 0 0 0 0,-105-55 591 0 0,109 55-542 0 0,3 3-133 0 0,-1 0-1 0 0,1 0 0 0 0,0 0 1 0 0,1 0-1 0 0,-1-1 0 0 0,0 1 1 0 0,0-1-1 0 0,1 0 0 0 0,-5-4 0 0 0,-1 0 28 0 0,0 2 117 0 0,2-1-6 0 0,-18-13 3 0 0,18 14 3 0 0,-1 0-14 0 0,-17-10-20 0 0,18 10-1 0 0,0 0-5 0 0,-1 0-89 0 0,5 2-15 0 0,-1 1-1 0 0,0-1 0 0 0,1 0 1 0 0,-1 0-1 0 0,1 0 1 0 0,0 0-1 0 0,0 0 1 0 0,0-1-1 0 0,-4-4 1 0 0,-16-19 81 0 0,17 19 29 0 0,1 2-24 0 0,-12-17 5 0 0,12 17 124 0 0,-1-2-98 0 0,-35-61 274 0 0,37 62-277 0 0,0-2 6 0 0,-10-22 8 0 0,9 23 150 0 0,1-3-168 0 0,-8-29-15 0 0,8 29-2 0 0,1 2-1 0 0,-4-23-16 0 0,4 23-14 0 0,1 0-10 0 0,-6-22-3 0 0,6 23-2 0 0,-1-1-3 0 0,-11-38 184 0 0,6 9-208 0 0,5 28 34 0 0,0 0-52 0 0,-2-1-19 0 0,3 7-4 0 0,0 0 0 0 0,0-1 1 0 0,0 1-1 0 0,0-1 0 0 0,1 1 1 0 0,-1 0-1 0 0,1-1 0 0 0,0 1 1 0 0,0-1-1 0 0,0 1 0 0 0,1-6 0 0 0,1-31 13 0 0,-1 30-12 0 0,1 0 0 0 0,6-31-3 0 0,-6 31 71 0 0,1 3-38 0 0,8-21-8 0 0,-8 21 20 0 0,-1 0-22 0 0,9-23-4 0 0,-9 23-5 0 0,2 1-6 0 0,10-17-1 0 0,-11 18 0 0 0,1-1-6 0 0,12-18-9 0 0,-7 12 6 0 0,13-17-7 0 0,2 0 1 0 0,-21 26 1 0 0,-1 0 0 0 0,0 0 0 0 0,1 0 0 0 0,0 0 0 0 0,0 1 0 0 0,0-1 0 0 0,0 1 0 0 0,6-4 0 0 0,0 1-2 0 0,-2-1-10 0 0,-1 2-1 0 0,20-14 11 0 0,-20 14 0 0 0,0 0 0 0 0,0-1 2 0 0,-3 3-1 0 0,-1 0-1 0 0,1 1 1 0 0,-1-1 0 0 0,1 1-1 0 0,0-1 1 0 0,-1 1 0 0 0,1 0-1 0 0,0 0 1 0 0,5-1 0 0 0,66-24-52 0 0,-67 24 52 0 0,-4 2-6 0 0,0-1 9 0 0,1 1 0 0 0,-1-1 0 0 0,0 1 1 0 0,0-1-1 0 0,0 0 0 0 0,1 0 0 0 0,-1 0 0 0 0,5-3 1 0 0,1 0-1 0 0,0 1 2 0 0,-3 1-3 0 0,21-7 6 0 0,-21 7 5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1:17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0 664 0 0,'0'0'10320'0'0,"21"5"-10183"0"0,64 16-17 0 0,-63-16 1289 0 0,-35 14-1300 0 0,-55 84 74 0 0,41-65-123 0 0,-42 60-2082 0 0,65-92 988 0 0,-1 1-826 0 0,-12 20-1200 0 0,13-20 230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1:20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228 174 13965 0 0,'0'0'1033'0'0,"-4"-11"-928"0"0,-12-33-25 0 0,12 32 337 0 0,9 3-375 0 0,17-26-11 0 0,-16 26-3 0 0,3 7 1 0 0,25-5-1 0 0,-25 6-3 0 0,3 0 3 0 0,59-1 6 0 0,-58 2-28 0 0,-6 0 12 0 0,-1 0-1 0 0,1-1 1 0 0,0 0-1 0 0,13-3 1 0 0,11-3 34 0 0,-23 6 294 0 0,-1-2-194 0 0,23-6-17 0 0,-23 6 512 0 0,2 1-569 0 0,24-6-18 0 0,-25 6 488 0 0,-3 11-494 0 0,13 27 3 0 0,-14-27 19 0 0,-3 3-20 0 0,0 2-40 0 0,1-4-4 0 0,-2-1 1 0 0,1 1 0 0 0,-2-1-1 0 0,0 11 1 0 0,-1-7 0 0 0,1 41 63 0 0,2-41-65 0 0,0 46 38 0 0,-15 245 205 0 0,9-227-189 0 0,4 95-1 0 0,1-123-35 0 0,-4-4-23 0 0,1 5-3 0 0,1 13 37 0 0,1-29-35 0 0,1-25-1 0 0,-1 3-14 0 0,-4 58-8 0 0,0-22 49 0 0,1-3 349 0 0,1-38-103 0 0,-11 19 83 0 0,11-19 496 0 0,-5-4-359 0 0,-23 9 27 0 0,23-9 567 0 0,-5-4-550 0 0,-41-1-20 0 0,41 1-20 0 0,1 0-45 0 0,-35-4-35 0 0,36 4 358 0 0,-1-1-448 0 0,-35-7-57 0 0,35 7-31 0 0,4 1-43 0 0,-24-5-93 0 0,24 5-117 0 0,-2-2-145 0 0,-48-12-654 0 0,29 8 151 0 0,22 5-162 0 0,-4-1-154 0 0,-31-12-133 0 0,31 12-161 0 0,4 1-180 0 0,-23-6-381 0 0,22 6-1554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1:21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34 629 1216 0 0,'0'0'13841'0'0,"-5"-9"-13539"0"0,-18-27-22 0 0,18 28 2164 0 0,15-3-2285 0 0,33-31-1 0 0,-29 29-28 0 0,1 1 0 0 0,0 1 0 0 0,0 0-1 0 0,30-15 1 0 0,-17 10-39 0 0,77-40 161 0 0,29-11 122 0 0,-20 19-101 0 0,-5 0-40 0 0,-78 32-201 0 0,-17 9 8 0 0,0 0-1 0 0,26-9 1 0 0,32-9 27 0 0,6-4 28 0 0,148-34 0 0 0,-159 53-48 0 0,75-10-47 0 0,-78 11 5 0 0,-45 7-5 0 0,74-5 29 0 0,-17 4 15 0 0,-62 2-34 0 0,-5 1 2 0 0,16 0 230 0 0,-17 0-4591 0 0,3 0-4714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1:21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60 396 0 0,'0'0'15876'0'0,"4"-10"-15547"0"0,12-30-31 0 0,-12 30 895 0 0,3 10-1159 0 0,-1 0 0 0 0,0 1 0 0 0,1 0 0 0 0,-1 0 0 0 0,0 0 0 0 0,7 3 0 0 0,2 0 16 0 0,-2-2 452 0 0,-5 7-453 0 0,25 24-2 0 0,-25-25 3 0 0,-6-1-1 0 0,6 19 6 0 0,-6-19 7 0 0,-6 5-58 0 0,-10 37-26 0 0,6-30-59 0 0,3-10 33 0 0,3-5 7 0 0,0-1 0 0 0,0 1-1 0 0,0-1 1 0 0,0 0 0 0 0,-1 1-1 0 0,1-1 1 0 0,-1 0-1 0 0,-6 4 1 0 0,-139 112-2516 0 0,111-92 1602 0 0,31-23 542 0 0,4-1 288 0 0,0-1-1 0 0,-1 0 1 0 0,0-1-1 0 0,1 1 1 0 0,-1 0-1 0 0,0-1 1 0 0,0 1 0 0 0,-3 0-1 0 0,-25 10-1670 0 0,19-6 1162 0 0,-8 4-234 0 0,-11-1-3492 0 0,-13 3 1005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1:22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0 52 0 0,'0'0'11152'0'0,"-14"19"-10754"0"0,-4 7-252 0 0,-4 3 144 0 0,-39 44 0 0 0,-112 145 1494 0 0,171-216-1756 0 0,0 1-1 0 0,0 0 1 0 0,0-1 0 0 0,0 1-1 0 0,1 0 1 0 0,-1 0 0 0 0,1 0-1 0 0,0 0 1 0 0,-2 6 0 0 0,1-1 22 0 0,-1-1 95 0 0,2 3-11 0 0,-6 29-24 0 0,6-29-57 0 0,2 0-270 0 0,3 31-133 0 0,-3-31-211 0 0,4-2-1391 0 0,13 23-244 0 0,-14-23-1440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5:28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748 1 20 0 0,'-53'51'1308'0'0,"-7"11"-160"0"0,-5 3-100 0 0,8-5-144 0 0,-8 4-132 0 0,6-8-139 0 0,2 2-141 0 0,4-3-140 0 0,-5-5-160 0 0,4 1-144 0 0,12-1-208 0 0,16-12-196 0 0,-23 15-713 0 0,23-19-1155 0 0,2-4 512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6:04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955 1 1124 0 0,'-235'9'7735'0'0,"117"-1"-5257"0"0,18-2 245 0 0,97-6-2461 0 0,0 0-23 0 0,-9 0-27 0 0,9 0 440 0 0,-6-2-508 0 0,4 2 68 0 0,3 2 206 0 0,-1 3-410 0 0,1-1 1 0 0,0 1-1 0 0,0 0 0 0 0,0 0 1 0 0,1 0-1 0 0,-1 0 0 0 0,1 1 1 0 0,0 6-1 0 0,-3 10 1 0 0,-29 114 49 0 0,-23 73-3 0 0,8-36-17 0 0,-6 38 47 0 0,-31 237-1 0 0,71-333-54 0 0,-30 271 84 0 0,33-257-128 0 0,-18 277 147 0 0,4-118 70 0 0,7-117-23 0 0,6-67-40 0 0,5-56 57 0 0,-2 83-1 0 0,9-125-179 0 0,0 0 1 0 0,1-1-1 0 0,0 1 0 0 0,0-1 0 0 0,0 1 0 0 0,0-1 0 0 0,1 1 0 0 0,0-1 0 0 0,0 0 0 0 0,0 1 1 0 0,6 7-1 0 0,-6-11-12 0 0,0 0 0 0 0,-1 0 0 0 0,1 0 0 0 0,0 0 1 0 0,1-1-1 0 0,-1 1 0 0 0,0-1 0 0 0,0 1 0 0 0,1-1 1 0 0,-1 0-1 0 0,0 0 0 0 0,1 0 0 0 0,-1 0 0 0 0,1-1 0 0 0,0 1 1 0 0,-1 0-1 0 0,1-1 0 0 0,0 0 0 0 0,-1 0 0 0 0,1 0 1 0 0,-1 0-1 0 0,1 0 0 0 0,0 0 0 0 0,-1-1 0 0 0,1 1 0 0 0,4-3 1 0 0,12-2-142 0 0,1-2 1 0 0,-1 0-1 0 0,-1-2 0 0 0,28-16 1 0 0,67-50-4972 0 0,-73 47-454 0 0,-21 17 1747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2:33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44 13909 0 0,'-11'4'107'0'0,"-34"13"114"0"0,34-13-13 0 0,9-4-185 0 0,-1 1 0 0 0,0-1-1 0 0,0 0 1 0 0,1 1 0 0 0,-1-1 0 0 0,0 1 0 0 0,1 0 0 0 0,-5 2 0 0 0,0 0 1 0 0,0-2 1226 0 0,29-13-1204 0 0,66-36-7 0 0,-59 34-3 0 0,-1 9-15 0 0,-21 4-13 0 0,3 9-39 0 0,28 25 30 0 0,-29-25 52 0 0,-22 11-4 0 0,-42 60 29 0 0,49-70-16 0 0,-1-1 0 0 0,1 0 0 0 0,-1-1-1 0 0,-1 1 1 0 0,-13 9 0 0 0,13-11-41 0 0,2 0 108 0 0,0-2-4 0 0,-17 13-5 0 0,17-12 265 0 0,25-4-2504 0 0,58 4 1349 0 0,-58-4-112 0 0,-11 2-79 0 0,25 9-208 0 0,-25-9-960 0 0,-2 4-1390 0 0,22 26 266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14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87 340 0 0,'-9'-10'4496'0'0,"7"7"-4549"0"0,-7-11 8358 0 0,10 21-7985 0 0,6 64 337 0 0,5 67 303 0 0,-16 36 149 0 0,0-34-117 0 0,4-124-855 0 0,1-6 150 0 0,-1 1 1 0 0,-1 0 0 0 0,-2 16 4931 0 0,3-37-4942 0 0,3-36 57 0 0,2-1 0 0 0,12-54 0 0 0,-7 62-235 0 0,7-37 236 0 0,52-136-1 0 0,-58 178-262 0 0,12-27 97 0 0,-22 58-166 0 0,0 1 0 0 0,1-1 0 0 0,-1 1-1 0 0,1-1 1 0 0,0 1 0 0 0,-1-1 0 0 0,1 1 0 0 0,0 0 0 0 0,1 0 0 0 0,-1 0 0 0 0,0 0 0 0 0,0 0 0 0 0,1 1 0 0 0,-1-1 0 0 0,1 1-1 0 0,4-3 1 0 0,-4 4-7 0 0,0 0-1 0 0,0-1 0 0 0,0 1 0 0 0,0 1 1 0 0,1-1-1 0 0,-1 0 0 0 0,0 1 0 0 0,0 0 1 0 0,-1-1-1 0 0,1 1 0 0 0,0 0 0 0 0,0 1 1 0 0,0-1-1 0 0,0 0 0 0 0,3 3 0 0 0,36 28-157 0 0,-33-22 93 0 0,0-1 0 0 0,-1 1-1 0 0,-1 1 1 0 0,0 0 0 0 0,0 0 0 0 0,-1 0 0 0 0,0 1 0 0 0,-1-1 0 0 0,-1 1 0 0 0,0 1 0 0 0,4 18 0 0 0,-4-20 25 0 0,-3-7 26 0 0,1-1 1 0 0,-2 1 0 0 0,1-1 0 0 0,0 1-1 0 0,-1-1 1 0 0,1 1 0 0 0,-1 0 0 0 0,0 6 0 0 0,3-14 27 0 0,11-13 4 0 0,-1-1-1 0 0,0 0 0 0 0,16-33 0 0 0,21-32 14 0 0,-23 46-130 0 0,-26 36 64 0 0,-1 0 32 0 0,1 1 1 0 0,-1 0 0 0 0,1-1 0 0 0,0 1-1 0 0,-1 0 1 0 0,1 0 0 0 0,-1-1 0 0 0,1 1-1 0 0,0 0 1 0 0,-1 0 0 0 0,1 0 0 0 0,0 0-1 0 0,-1 0 1 0 0,1 0 0 0 0,0 0 0 0 0,-1 0-1 0 0,1 0 1 0 0,0 0 0 0 0,-1 0 0 0 0,1 0 0 0 0,-1 0-1 0 0,1 1 1 0 0,0-1 0 0 0,0 0 0 0 0,6 4-44 0 0,0 1 0 0 0,0-1 0 0 0,0 1 1 0 0,-1 0-1 0 0,1 0 0 0 0,-1 1 1 0 0,-1 0-1 0 0,1 0 0 0 0,5 8 0 0 0,44 73-671 0 0,-17-27-255 0 0,-38-59 949 0 0,1-1 0 0 0,0 1 0 0 0,0 0 0 0 0,-1 0 0 0 0,1-1 0 0 0,0 1 0 0 0,0-1 0 0 0,0 1 0 0 0,0-1 0 0 0,0 1 0 0 0,0-1 1 0 0,0 1-1 0 0,0-1 0 0 0,0 0 0 0 0,0 1 0 0 0,0-1 0 0 0,0 0 0 0 0,0 0 0 0 0,0 0 0 0 0,0 0 0 0 0,0 0 0 0 0,0 0 0 0 0,0 0 0 0 0,0 0 0 0 0,0 0 0 0 0,0-1 1 0 0,0 1-1 0 0,0 0 0 0 0,0-1 0 0 0,0 1 0 0 0,0-1 0 0 0,0 1 0 0 0,0-1 0 0 0,0 1 0 0 0,-1-1 0 0 0,2-1 0 0 0,31-26-5 0 0,-28 23 72 0 0,4-4 7 0 0,-5 6 164 0 0,0 0 0 0 0,-1 0 0 0 0,0-1 0 0 0,0 1 0 0 0,0-1 1 0 0,0 0-1 0 0,0 1 0 0 0,-1-1 0 0 0,4-8 0 0 0,-5 11 209 0 0,-1 1-329 0 0,1 0-1 0 0,0 0 0 0 0,0 1 1 0 0,-1-1-1 0 0,1 0 0 0 0,0 1 1 0 0,0-1-1 0 0,-1 1 1 0 0,1-1-1 0 0,0 1 0 0 0,-1-1 1 0 0,1 1-1 0 0,-1-1 1 0 0,1 1-1 0 0,-1 0 0 0 0,1-1 1 0 0,-1 1-1 0 0,1 0 0 0 0,-1-1 1 0 0,1 1-1 0 0,-1 0 1 0 0,0 0-1 0 0,1-1 0 0 0,-1 1 1 0 0,0 0-1 0 0,0 0 0 0 0,0 0 1 0 0,0-1-1 0 0,0 1 1 0 0,0 0-1 0 0,0 0 0 0 0,0 0 1 0 0,0 1-1 0 0,-1 42-119 0 0,0-11 253 0 0,3-9-314 0 0,1 1 0 0 0,1-1 0 0 0,1 0 0 0 0,9 25 0 0 0,-12-44-31 0 0,0 1 0 0 0,1 0 0 0 0,0 0 0 0 0,0-1 0 0 0,0 1 0 0 0,0-1 0 0 0,1 0 0 0 0,0 0 0 0 0,0 0 0 0 0,1-1-1 0 0,-1 1 1 0 0,1-1 0 0 0,0 0 0 0 0,0 0 0 0 0,0-1 0 0 0,1 0 0 0 0,-1 1 0 0 0,1-2 0 0 0,0 1 0 0 0,-1-1 0 0 0,10 3 0 0 0,-5-4-29 0 0,0 0 1 0 0,-1 0-1 0 0,1-1 0 0 0,0 0 1 0 0,-1 0-1 0 0,1-1 0 0 0,0-1 1 0 0,17-4-1 0 0,-12 2-32 0 0,-1-1 0 0 0,0-1 0 0 0,0 0-1 0 0,26-15 1 0 0,-29 13 147 0 0,-1 0 0 0 0,0-1 0 0 0,-1 0 0 0 0,1-1-1 0 0,-2 1 1 0 0,1-2 0 0 0,-2 1 0 0 0,12-21 0 0 0,2-8 634 0 0,18-50 0 0 0,-37 82-477 0 0,12-49 2424 0 0,-13 55-1321 0 0,0 7-1138 0 0,5 37-14 0 0,-1 45-1 0 0,1 2-35 0 0,6 12-113 0 0,44 182 0 0 0,6-89-139 0 0,-61-191 213 0 0,0-1 0 0 0,0 1 0 0 0,0-1 0 0 0,0 1 0 0 0,-1-1 0 0 0,1 1 0 0 0,-1 0 0 0 0,0-1 0 0 0,0 1 0 0 0,-1-1 0 0 0,1 1 0 0 0,-1-1 0 0 0,0 1 0 0 0,0-1 0 0 0,0 1 0 0 0,-2 5 0 0 0,0-6 6 0 0,1 0 0 0 0,-1 0-1 0 0,1 0 1 0 0,-1-1 0 0 0,0 1-1 0 0,0-1 1 0 0,0 0 0 0 0,0 0-1 0 0,0 0 1 0 0,-1 0 0 0 0,1 0 0 0 0,-1-1-1 0 0,1 1 1 0 0,-1-1 0 0 0,1 0-1 0 0,-5 1 1 0 0,-20 3-134 0 0,1 0-1 0 0,-1-2 1 0 0,0-1-1 0 0,0-1 1 0 0,1-1-1 0 0,-53-7 1 0 0,51 2-1031 0 0,1-1 0 0 0,0-1 0 0 0,-45-18 1 0 0,68 23 564 0 0,0-1 0 0 0,0 0 0 0 0,0 0 0 0 0,0 0 0 0 0,1 0 0 0 0,-7-7 0 0 0,-8-16-6992 0 0,10 8 2587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14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35 184 19454 0 0,'-4'-1'1256'0'0,"-22"-8"-203"0"0,24 8-786 0 0,2 1-242 0 0,0-1-1 0 0,-1 1 1 0 0,1-1-1 0 0,0 1 1 0 0,0-1-1 0 0,-1 0 1 0 0,1 1-1 0 0,0-1 1 0 0,0 1-1 0 0,0-1 1 0 0,0 1-1 0 0,0-1 1 0 0,0 0-1 0 0,0 1 1 0 0,0-1-1 0 0,0 1 1 0 0,0-1-1 0 0,0 1 1 0 0,0-1-1 0 0,1 1 1 0 0,-1-1-1 0 0,0 0 1 0 0,1 0-1 0 0,11-7 47 0 0,2 0 1 0 0,-1 0-1 0 0,1 1 1 0 0,0 1-1 0 0,1 0 0 0 0,-1 2 1 0 0,1-1-1 0 0,21-2 0 0 0,49-18-220 0 0,-25 8-662 0 0,-45 13 63 0 0,0 1 0 0 0,28-13 1 0 0,-21 7-2460 0 0,43-10 1 0 0,-42 13-3381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14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67 148 0 0,'0'-10'1486'0'0,"0"3"-182"0"0,0-1-1 0 0,0 1 1 0 0,-1 0-1 0 0,-2-11 0 0 0,2 16-344 0 0,1 2-888 0 0,0 0-1 0 0,0-1 1 0 0,0 1-1 0 0,0 0 1 0 0,0-1-1 0 0,0 1 1 0 0,0 0-1 0 0,0-1 1 0 0,0 1-1 0 0,0 0 1 0 0,0 0-1 0 0,-1-1 1 0 0,1 1-1 0 0,0 0 1 0 0,0 0-1 0 0,0-1 1 0 0,0 1-1 0 0,-1 0 1 0 0,1 0-1 0 0,0-1 1 0 0,0 1-1 0 0,-1 0 1 0 0,1 0-1 0 0,0 0 1 0 0,0-1-1 0 0,-1 1 1 0 0,1 0-1 0 0,0 0 1 0 0,-1 0-1 0 0,1 0 1 0 0,0 0-1 0 0,0 0 1 0 0,-1 0-1 0 0,1 0 0 0 0,0 0 1 0 0,-1 0-1 0 0,1 0 1 0 0,0 0-1 0 0,-1 0 1 0 0,1 0-1 0 0,0 0 1 0 0,-1 0-1 0 0,1 0 1 0 0,-1 0-1 0 0,-3 4-56 0 0,0 0 0 0 0,0 0 0 0 0,0 0 0 0 0,0 0 0 0 0,0 1 0 0 0,1 0 0 0 0,0-1 0 0 0,0 1 0 0 0,0 0 0 0 0,1 1 0 0 0,0-1 0 0 0,0 0 0 0 0,0 1 0 0 0,0-1 0 0 0,1 1 0 0 0,0 0 0 0 0,0-1 0 0 0,1 1 0 0 0,0 11 0 0 0,0-2 15 0 0,2-1 1 0 0,0 1-1 0 0,0-1 0 0 0,2 1 1 0 0,0-1-1 0 0,0 0 1 0 0,8 15-1 0 0,-6-17 63 0 0,-1 1-1 0 0,-1-1 1 0 0,0 1-1 0 0,-1 0 1 0 0,0 0 0 0 0,-1 0-1 0 0,0 0 1 0 0,-1 0-1 0 0,0 0 1 0 0,-2 1-1 0 0,-2 24 1 0 0,0-25-152 0 0,-2 3-123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15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55 776 0 0,'0'-54'17559'0'0,"5"59"-16970"0"0,5 6-332 0 0,0 2 0 0 0,-1-1 0 0 0,-1 1 0 0 0,0 0 0 0 0,-1 1 0 0 0,8 18 0 0 0,31 97 712 0 0,-28-73-715 0 0,13 63 58 0 0,-25-89-514 0 0,2-1 0 0 0,0 0 0 0 0,19 41 1 0 0,36 91-2809 0 0,-37-90-2201 0 0,-24-62 3743 0 0,-2-9 1434 0 0,0 0 0 0 0,0 0 0 0 0,0 0 0 0 0,-1 1 0 0 0,1-1 0 0 0,0 0 0 0 0,0 0 0 0 0,0 0 0 0 0,0 0 0 0 0,0 0 0 0 0,0 0 0 0 0,0 0 0 0 0,0 1 0 0 0,0-1 0 0 0,0 0 0 0 0,-1 0 0 0 0,1 0 0 0 0,0 0 0 0 0,0 0 0 0 0,0 0 0 0 0,0 0 0 0 0,0 0 1 0 0,0 0-1 0 0,0 0 0 0 0,-1 0 0 0 0,1 0 0 0 0,0 0 0 0 0,0 0 0 0 0,0 0 0 0 0,0 0 0 0 0,0 0 0 0 0,0 0 0 0 0,-1 0 0 0 0,1 0 0 0 0,0 0 0 0 0,0 0 0 0 0,0 0 0 0 0,0 0 0 0 0,0 0 0 0 0,0 0 0 0 0,-1 0 0 0 0,1 0 0 0 0,0 0 0 0 0,0 0 0 0 0,0 0 0 0 0,0 0 0 0 0,0-1 1 0 0,0 1-1 0 0,0 0 0 0 0,0 0 0 0 0,-1 0 0 0 0,1 0 0 0 0,0 0 0 0 0,0 0 0 0 0,0 0 0 0 0,0 0 0 0 0,0-1 0 0 0,0 1 0 0 0,0 0 0 0 0,0 0 0 0 0,0 0 0 0 0,0 0 0 0 0,0 0 0 0 0,0-1 0 0 0,-19-16 52 0 0,1-2 0 0 0,0 0-1 0 0,1-1 1 0 0,2 0 0 0 0,0-1 0 0 0,1-1-1 0 0,-17-36 1 0 0,25 44 66 0 0,1-1 0 0 0,0 1 0 0 0,0-1 0 0 0,2 0 0 0 0,0 0 0 0 0,-1-20 0 0 0,3 25-2 0 0,1 0-1 0 0,1 0 0 0 0,-1 0 0 0 0,2 1 0 0 0,-1-1 0 0 0,2 0 0 0 0,-1 1 0 0 0,1 0 0 0 0,0-1 0 0 0,9-15 0 0 0,-4 12-16 0 0,1 0 0 0 0,1 0 0 0 0,0 1 0 0 0,0 0 0 0 0,2 0 0 0 0,-1 2 0 0 0,22-17 0 0 0,-6 9-96 0 0,0 1 0 0 0,51-25-1 0 0,-45 27-361 0 0,44-20-1325 0 0,-24 20-3046 0 0,-29 11 2105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15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9 417 608 0 0,'-1'2'354'0'0,"0"1"1"0"0,-1-1-1 0 0,2 1 1 0 0,-1 0-1 0 0,0-1 1 0 0,0 1-1 0 0,1 0 0 0 0,-1 0 1 0 0,1-1-1 0 0,0 1 1 0 0,0 0-1 0 0,0 0 1 0 0,0 0-1 0 0,1 4 0 0 0,0-6-256 0 0,0 1-1 0 0,0-1 1 0 0,0 0-1 0 0,0 1 1 0 0,0-1-1 0 0,0 0 0 0 0,0 0 1 0 0,1 0-1 0 0,-1 0 1 0 0,0 0-1 0 0,1 0 0 0 0,-1 0 1 0 0,1 0-1 0 0,-1 0 1 0 0,1-1-1 0 0,-1 1 1 0 0,1-1-1 0 0,-1 1 0 0 0,1-1 1 0 0,0 1-1 0 0,-1-1 1 0 0,1 0-1 0 0,0 0 1 0 0,-1 0-1 0 0,3 0 0 0 0,22 0 363 0 0,-1-2 0 0 0,1 0-1 0 0,-1-2 1 0 0,0-1-1 0 0,0-1 1 0 0,0-1-1 0 0,28-12 1 0 0,-28 11-38 0 0,0-2 1 0 0,-1-1-1 0 0,-1-1 1 0 0,0-1 0 0 0,-1 0-1 0 0,0-2 1 0 0,-1-1-1 0 0,0 0 1 0 0,-2-2-1 0 0,0 0 1 0 0,-1-1-1 0 0,29-41 1 0 0,-45 57-299 0 0,0 0 1 0 0,0-1-1 0 0,0 1 0 0 0,-1-1 1 0 0,1 1-1 0 0,-1-1 1 0 0,0 1-1 0 0,0-1 0 0 0,-1 0 1 0 0,1 1-1 0 0,-1-1 0 0 0,0 0 1 0 0,1 1-1 0 0,-2-1 1 0 0,1 0-1 0 0,0 0 0 0 0,-1 1 1 0 0,0-1-1 0 0,0 0 0 0 0,0 1 1 0 0,0-1-1 0 0,0 1 1 0 0,-1-1-1 0 0,0 1 0 0 0,1 0 1 0 0,-1 0-1 0 0,0-1 0 0 0,-1 1 1 0 0,1 0-1 0 0,-1 1 1 0 0,1-1-1 0 0,-6-4 0 0 0,6 7-179 0 0,0-1 0 0 0,0 1 0 0 0,0-1 0 0 0,0 1 0 0 0,0-1 0 0 0,0 1 0 0 0,0 0 0 0 0,0 0 0 0 0,0 0 0 0 0,0 0 0 0 0,0 1 0 0 0,0-1 0 0 0,0 0 0 0 0,0 1 0 0 0,0 0 0 0 0,0-1 0 0 0,0 1 0 0 0,0 0 0 0 0,0 0 0 0 0,0 0 0 0 0,1 0 0 0 0,-1 0 0 0 0,0 0 0 0 0,1 1 0 0 0,-1-1 0 0 0,1 1 0 0 0,-3 2 0 0 0,3-3-29 0 0,0 0 1 0 0,0 0 0 0 0,0-1-1 0 0,0 1 1 0 0,1 0 0 0 0,-1 0-1 0 0,0 0 1 0 0,1 0 0 0 0,-1 0-1 0 0,1 0 1 0 0,-1 1 0 0 0,1-1-1 0 0,-1 0 1 0 0,1 0 0 0 0,0 0-1 0 0,-1 0 1 0 0,1 1 0 0 0,0-1 0 0 0,0 0-1 0 0,0 0 1 0 0,0 0 0 0 0,0 1-1 0 0,0-1 1 0 0,0 0 0 0 0,1 0-1 0 0,-1 0 1 0 0,0 0 0 0 0,1 1-1 0 0,-1-1 1 0 0,1 0 0 0 0,-1 0-1 0 0,1 0 1 0 0,-1 0 0 0 0,1 0-1 0 0,0 0 1 0 0,0 0 0 0 0,-1 0 0 0 0,1 0-1 0 0,0 0 1 0 0,0-1 0 0 0,0 1-1 0 0,0 0 1 0 0,0-1 0 0 0,0 1-1 0 0,0 0 1 0 0,0-1 0 0 0,0 1-1 0 0,0-1 1 0 0,0 1 0 0 0,1-1-1 0 0,-1 0 1 0 0,2 1 0 0 0,5 1-18 0 0,0 0 1 0 0,-1-1 0 0 0,1 0-1 0 0,0 0 1 0 0,0-1-1 0 0,13 0 1 0 0,-10-1 375 0 0,0-1-1 0 0,0-1 1 0 0,0 1 0 0 0,0-1-1 0 0,-1-1 1 0 0,1 0 0 0 0,-1-1-1 0 0,0 0 1 0 0,0 0-1 0 0,-1-1 1 0 0,0-1 0 0 0,0 1-1 0 0,13-13 1 0 0,65-60 4708 0 0,-86 78-4782 0 0,0 0 0 0 0,0 0 1 0 0,-1 0-1 0 0,1 0 0 0 0,0 0 0 0 0,0 0 0 0 0,0 1 0 0 0,0-1 0 0 0,0 0 0 0 0,0 1 0 0 0,1-1 1 0 0,-1 1-1 0 0,0-1 0 0 0,0 1 0 0 0,0-1 0 0 0,0 1 0 0 0,1 0 0 0 0,-1 0 0 0 0,0-1 1 0 0,3 1-1 0 0,-3 1-146 0 0,-1-1 1 0 0,1 1 0 0 0,0-1-1 0 0,0 1 1 0 0,-1-1 0 0 0,1 1-1 0 0,0-1 1 0 0,0 1 0 0 0,-1 0-1 0 0,1 0 1 0 0,-1-1 0 0 0,1 1-1 0 0,-1 0 1 0 0,1 0-1 0 0,-1 0 1 0 0,1-1 0 0 0,-1 1-1 0 0,0 0 1 0 0,1 0 0 0 0,-1 0-1 0 0,0 1 1 0 0,2 9-104 0 0,0-1-1 0 0,-1 1 1 0 0,0 19-1 0 0,-1-21 470 0 0,0 57-226 0 0,0-12-1076 0 0,1-1-1 0 0,3 0 1 0 0,21 105-1 0 0,-18-136-768 0 0,16 36-1 0 0,-2-20-2145 0 0,4-9-5072 0 0,-6-16 3089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16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1 154 660 0 0,'33'-20'7660'0'0,"4"5"-3571"0"0,-1 4-2892 0 0,46-7-1 0 0,-39 9 149 0 0,349-68 2692 0 0,-378 75-3912 0 0,1 0-1752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16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39 18758 0 0,'0'-4'1599'0'0,"-2"-30"1069"0"0,9 48-2509 0 0,-1 2 0 0 0,0-1-1 0 0,-1 1 1 0 0,5 29-1 0 0,7 76 360 0 0,-7-39-221 0 0,27 189-2015 0 0,-29-219-114 0 0,-1-3-2478 0 0,-1-18-3816 0 0,-5-20 3263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17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7 820 0 0,'7'-7'11766'0'0,"-2"28"-11232"0"0,-2-1 0 0 0,0 1 0 0 0,-1 0-1 0 0,-1 29 1 0 0,1 15 407 0 0,-2 0 121 0 0,-1-54-878 0 0,1-1 1 0 0,0 1 0 0 0,0 0-1 0 0,1 0 1 0 0,0 0-1 0 0,1-1 1 0 0,0 1 0 0 0,1 0-1 0 0,6 14 1 0 0,-5-16 11 0 0,17 30 752 0 0,-20-38-855 0 0,0 0 0 0 0,0 0 1 0 0,0 1-1 0 0,0-1 0 0 0,0 0 1 0 0,1 0-1 0 0,-1 0 0 0 0,0 0 0 0 0,1 0 1 0 0,-1-1-1 0 0,0 1 0 0 0,1 0 1 0 0,-1-1-1 0 0,1 1 0 0 0,0-1 0 0 0,-1 1 1 0 0,1-1-1 0 0,-1 0 0 0 0,1 0 1 0 0,0 0-1 0 0,-1 0 0 0 0,1 0 1 0 0,-1 0-1 0 0,4 0 0 0 0,5-3 245 0 0,1-1-1 0 0,-1 0 1 0 0,0 0-1 0 0,0-1 1 0 0,0 0 0 0 0,0-1-1 0 0,-1 0 1 0 0,0 0-1 0 0,0-1 1 0 0,10-11-1 0 0,12-14 679 0 0,35-46-1 0 0,-25 29-456 0 0,-18 23-269 0 0,32-39 501 0 0,-26 19 19 0 0,-28 43-2540 0 0,6-6 5363 0 0,-4 6-5407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18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469 270 15513 0 0,'2'-3'145'0'0,"0"0"0"0"0,-1 1 1 0 0,1-1-1 0 0,0 0 0 0 0,-1 0 0 0 0,0 0 0 0 0,0 0 0 0 0,0-1 0 0 0,0 1 0 0 0,0 0 0 0 0,-1 0 0 0 0,0 0 0 0 0,1-1 0 0 0,-1 1 0 0 0,0 0 0 0 0,0-1 0 0 0,-1 1 0 0 0,1 0 0 0 0,-1 0 0 0 0,0 0 0 0 0,0-1 0 0 0,0 1 0 0 0,0 0 0 0 0,0 0 0 0 0,-1 0 0 0 0,1 0 0 0 0,-1 1 0 0 0,0-1 0 0 0,-2-3 0 0 0,0 2-8 0 0,0-1-1 0 0,0 1 0 0 0,0 0 0 0 0,-1 1 0 0 0,1-1 0 0 0,-1 1 0 0 0,0 0 0 0 0,0 0 0 0 0,0 0 0 0 0,-1 1 0 0 0,1-1 0 0 0,0 1 0 0 0,-1 1 0 0 0,0-1 0 0 0,-7 0 0 0 0,0 1-67 0 0,0 1-1 0 0,0 1 1 0 0,0 0-1 0 0,1 0 0 0 0,-1 1 1 0 0,0 1-1 0 0,1 0 1 0 0,-1 1-1 0 0,1 1 1 0 0,0 0-1 0 0,0 0 0 0 0,-17 11 1 0 0,-1 4-296 0 0,0 0 0 0 0,1 2 0 0 0,-32 31 0 0 0,28-16-385 0 0,31-35 522 0 0,0 1 0 0 0,0 0 0 0 0,0 0 0 0 0,1 0-1 0 0,-1 0 1 0 0,1 1 0 0 0,-1-1 0 0 0,1 0 0 0 0,0 0 0 0 0,1 1-1 0 0,-2 5 1 0 0,3-6 45 0 0,-1 0 0 0 0,1-1-1 0 0,-1 1 1 0 0,1 0 0 0 0,0 0-1 0 0,0 0 1 0 0,1-1 0 0 0,-1 1 0 0 0,1-1-1 0 0,-1 1 1 0 0,1-1 0 0 0,0 1-1 0 0,-1-1 1 0 0,1 0 0 0 0,1 0 0 0 0,-1 0-1 0 0,0 0 1 0 0,0 0 0 0 0,4 2-1 0 0,2 1-25 0 0,-1-1-1 0 0,1 1 0 0 0,0-1 0 0 0,17 5 0 0 0,-1-3 161 0 0,0-2-1 0 0,0 0 1 0 0,0-2-1 0 0,1 0 0 0 0,0-2 1 0 0,-1-1-1 0 0,1 0 1 0 0,-1-2-1 0 0,0-1 0 0 0,0-1 1 0 0,0-1-1 0 0,0-1 1 0 0,-1-1-1 0 0,39-20 1 0 0,-59 27 205 0 0,0-1 0 0 0,0 0 0 0 0,-1 1 0 0 0,1-1 1 0 0,0-1-1 0 0,-1 1 0 0 0,0 0 0 0 0,1-1 1 0 0,-1 1-1 0 0,0-1 0 0 0,0 1 0 0 0,-1-1 1 0 0,1 0-1 0 0,0 0 0 0 0,-1 0 0 0 0,0 0 1 0 0,1 0-1 0 0,0-8 1852 0 0,-2 1-1593 0 0,0 7-234 0 0,0 8 1623 0 0,-1 6-2075 0 0,2 0 0 0 0,-1 0-1 0 0,1 0 1 0 0,4 14 0 0 0,-4-20 34 0 0,0 0 0 0 0,0 0 1 0 0,1-1-1 0 0,0 1 0 0 0,0 0 0 0 0,0-1 0 0 0,1 0 0 0 0,-1 0 0 0 0,1 1 0 0 0,0-2 0 0 0,0 1 1 0 0,1 0-1 0 0,-1-1 0 0 0,6 5 0 0 0,-3-4 6 0 0,1 0 0 0 0,0 0-1 0 0,0 0 1 0 0,0-1 0 0 0,0 0 0 0 0,1-1 0 0 0,-1 1-1 0 0,1-1 1 0 0,0-1 0 0 0,13 2 0 0 0,-8-3 13 0 0,1 0 0 0 0,0 0-1 0 0,-1-2 1 0 0,1 1 0 0 0,22-7 0 0 0,-8-1 53 0 0,-1-1 1 0 0,1-1-1 0 0,-2-2 0 0 0,0 0 0 0 0,27-19 0 0 0,-31 17 70 0 0,0-2 0 0 0,-1 0 0 0 0,36-39 0 0 0,-46 43 37 0 0,0 0-1 0 0,-1-1 0 0 0,0 0 1 0 0,-1-1-1 0 0,-1 1 1 0 0,0-2-1 0 0,8-23 1 0 0,-14 31 24 0 0,0-1 1 0 0,0 1 0 0 0,-1 0 0 0 0,0-1 0 0 0,0 1 0 0 0,-1-1 0 0 0,0 1 0 0 0,-2-14 0 0 0,1 17-15 0 0,0 1 1 0 0,0-1-1 0 0,0 1 1 0 0,0-1-1 0 0,-1 1 0 0 0,0 0 1 0 0,0-1-1 0 0,0 1 0 0 0,-1 0 1 0 0,1 1-1 0 0,-1-1 1 0 0,0 0-1 0 0,0 1 0 0 0,0-1 1 0 0,0 1-1 0 0,-8-5 0 0 0,10 6-28 0 0,-8 2-49 0 0,8 0-19 0 0,1 0-1 0 0,0-1 1 0 0,-1 1-1 0 0,1 0 1 0 0,-1 0-1 0 0,1 0 1 0 0,-1 0-1 0 0,1-1 0 0 0,-1 1 1 0 0,1 0-1 0 0,-1 0 1 0 0,1 0-1 0 0,-1 0 1 0 0,1 0-1 0 0,-1 0 0 0 0,1 0 1 0 0,-1 0-1 0 0,1 1 1 0 0,-1-1-1 0 0,1 0 1 0 0,-1 0-1 0 0,1 0 0 0 0,0 0 1 0 0,-1 1-1 0 0,1-1 1 0 0,-1 0-1 0 0,1 0 1 0 0,-1 1-1 0 0,-2 1-119 0 0,0 0-1 0 0,0 0 1 0 0,1 0-1 0 0,-1 0 1 0 0,0 0-1 0 0,1 1 1 0 0,-1-1-1 0 0,1 1 1 0 0,0-1-1 0 0,0 1 1 0 0,0 0-1 0 0,0 0 1 0 0,1 0-1 0 0,-1 0 1 0 0,1 0-1 0 0,0 1 1 0 0,-1-1-1 0 0,1 0 1 0 0,1 1-1 0 0,-1-1 1 0 0,1 0-1 0 0,-1 1 1 0 0,1-1-1 0 0,0 6 1 0 0,1-4-54 0 0,-1 0 0 0 0,1-1 0 0 0,0 1 0 0 0,1 0 0 0 0,-1-1 0 0 0,1 0 1 0 0,0 1-1 0 0,0-1 0 0 0,0 0 0 0 0,1 0 0 0 0,-1 0 0 0 0,1 0 0 0 0,0 0 1 0 0,0-1-1 0 0,0 1 0 0 0,1-1 0 0 0,-1 0 0 0 0,6 4 0 0 0,-5-4 134 0 0,0-1 1 0 0,0 0-1 0 0,0 0 0 0 0,0 0 0 0 0,0 0 1 0 0,0 0-1 0 0,1-1 0 0 0,-1 0 0 0 0,1 0 0 0 0,-1 0 1 0 0,0 0-1 0 0,1-1 0 0 0,-1 0 0 0 0,1 0 1 0 0,0 0-1 0 0,-1 0 0 0 0,1-1 0 0 0,-1 0 1 0 0,0 0-1 0 0,8-2 0 0 0,3-4 670 0 0,-1 1 1 0 0,0-2-1 0 0,0 0 0 0 0,19-15 1 0 0,5-3 1509 0 0,-36 25-1857 0 0,-1 0 1 0 0,0 0-1 0 0,0 0 1 0 0,1 1 0 0 0,-1-1-1 0 0,1 0 1 0 0,-1 1-1 0 0,1-1 1 0 0,-1 1-1 0 0,1-1 1 0 0,-1 1 0 0 0,3 0-1 0 0,9 10 776 0 0,-11-8-1203 0 0,3 7 198 0 0,0 0 0 0 0,0 0 1 0 0,0 0-1 0 0,-1 0 0 0 0,-1 1 0 0 0,1 0 1 0 0,-2 0-1 0 0,1 0 0 0 0,-1 0 1 0 0,1 13-1 0 0,9 37-42 0 0,9 25-6 0 0,13 43 0 0 0,-8-51 284 0 0,-7-20-3464 0 0,-18-55 1533 0 0,4 5-1484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22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6 1500 0 0,'3'-1'373'0'0,"0"0"0"0"0,1 0-1 0 0,-1 0 1 0 0,1 1 0 0 0,-1-1-1 0 0,1 1 1 0 0,-1-1 0 0 0,1 1-1 0 0,-1 0 1 0 0,1 1 0 0 0,-1-1 0 0 0,1 1-1 0 0,-1-1 1 0 0,1 1 0 0 0,-1 0-1 0 0,6 3 1 0 0,-4-1-79 0 0,0-1 0 0 0,0 2 0 0 0,0-1 0 0 0,0 1 0 0 0,-1-1-1 0 0,0 1 1 0 0,0 0 0 0 0,0 1 0 0 0,5 6 0 0 0,-1 2 31 0 0,0 0 1 0 0,-1 0-1 0 0,0 1 0 0 0,-1 0 0 0 0,-1 0 1 0 0,7 27-1 0 0,-5-3 207 0 0,-2 1 0 0 0,-1-1-1 0 0,-2 0 1 0 0,-2 1 0 0 0,-9 67 0 0 0,-48 189 1477 0 0,36-198-1530 0 0,-40 143-644 0 0,21-125-2391 0 0,-14-4-5599 0 0,34-75 3736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42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1 267 256 0 0,'0'0'8943'0'0,"8"-2"-8258"0"0,145-35 2043 0 0,106-21-343 0 0,12 22-1005 0 0,-144 20-936 0 0,134-14 364 0 0,251-56 871 0 0,-509 86-1593 0 0,2-1 1175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42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59 147 1144 0 0,'-19'3'1485'0'0,"-21"1"10511"0"0,47-5-11347 0 0,227-30 2826 0 0,44-6-1392 0 0,133-11-219 0 0,-291 37-1485 0 0,269-6 572 0 0,-95 8 575 0 0,-272 9-277 0 0,-22 0-1315 0 0,0 0 0 0 0,0 0 0 0 0,0 0-1 0 0,0 0 1 0 0,0 0 0 0 0,0 0-1 0 0,0 0 1 0 0,0 0 0 0 0,0 0 0 0 0,-1 0-1 0 0,1 0 1 0 0,0 0 0 0 0,0 0-1 0 0,0 0 1 0 0,0 0 0 0 0,0 0 0 0 0,0 0-1 0 0,0 0 1 0 0,0 0 0 0 0,-1 2-1525 0 0,1-2 1525 0 0,0 0-1 0 0,0 0 1 0 0,0 1 0 0 0,0-1 0 0 0,0 0-1 0 0,0 0 1 0 0,0 0 0 0 0,0 0-1 0 0,0 0 1 0 0,0 0 0 0 0,0 0 0 0 0,-41 6-12075 0 0,25-6 5984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58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0 195 1160 0 0,'27'-20'1356'0'0,"-4"5"-124"0"0,14-4-132 0 0,0 0-107 0 0,4 1-97 0 0,-2 4-144 0 0,-1-2-156 0 0,-1 0-208 0 0,3 7-244 0 0,0-3-224 0 0,-13 3-212 0 0,18-2-212 0 0,-16 5-788 0 0,0-1-1397 0 0,0 3 621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58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1 284 0 0,'3'1'657'0'0,"4"2"-290"0"0,0 0-1 0 0,0 1 0 0 0,0-1 0 0 0,0 2 0 0 0,-1-1 0 0 0,1 1 0 0 0,-1 0 0 0 0,0 0 0 0 0,-1 1 1 0 0,0 0-1 0 0,1 0 0 0 0,-2 0 0 0 0,1 0 0 0 0,-1 1 0 0 0,4 8 0 0 0,-7-13-305 0 0,-1 1 1 0 0,1 0-1 0 0,-1-1 0 0 0,0 1 0 0 0,0-1 0 0 0,0 1 0 0 0,-1-1 0 0 0,1 1 1 0 0,-1-1-1 0 0,1 1 0 0 0,-1-1 0 0 0,0 1 0 0 0,0-1 0 0 0,0 1 0 0 0,0-1 1 0 0,0 0-1 0 0,-1 0 0 0 0,1 0 0 0 0,-3 3 0 0 0,-36 40-474 0 0,30-34 123 0 0,-39 29-3679 0 0,36-29 2083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4:17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97 216 0 0,'-9'-7'2637'0'0,"-8"-6"972"0"0,12-1 2353 0 0,7 12-5839 0 0,0 1 0 0 0,0-1 1 0 0,0 0-1 0 0,0 0 0 0 0,0 1 1 0 0,0-1-1 0 0,0 1 0 0 0,1-1 1 0 0,-1 1-1 0 0,5-2 0 0 0,-5 2 44 0 0,19-7 46 0 0,-1 0 1 0 0,1 1 0 0 0,0 2 0 0 0,1 0 0 0 0,-1 1-1 0 0,1 1 1 0 0,0 1 0 0 0,0 1 0 0 0,0 1 0 0 0,0 1 0 0 0,0 1-1 0 0,40 9 1 0 0,-51-9-176 0 0,-1 2-1 0 0,0-1 1 0 0,0 1 0 0 0,0 1-1 0 0,0 0 1 0 0,-1 0-1 0 0,1 1 1 0 0,-1 0-1 0 0,-1 1 1 0 0,1-1 0 0 0,-1 2-1 0 0,8 8 1 0 0,-6-3-13 0 0,0 0 0 0 0,-1 0 0 0 0,-1 1 1 0 0,0 0-1 0 0,-1 1 0 0 0,0 0 0 0 0,6 20 1 0 0,-1 13 3 0 0,-2 0 1 0 0,-1 1 0 0 0,-3 0-1 0 0,-1 58 1 0 0,-9 103 23 0 0,1-165-27 0 0,0 12 5 0 0,-3-1 0 0 0,-2 0 1 0 0,-3 0-1 0 0,-19 60 0 0 0,24-100-301 0 0,-1 0 0 0 0,-1 0 0 0 0,0-1 0 0 0,-1 0 0 0 0,-1 0 0 0 0,0-1 0 0 0,-1 0 1 0 0,0-1-1 0 0,-1 0 0 0 0,0-1 0 0 0,-2-1 0 0 0,1 0 0 0 0,-1 0 0 0 0,0-1 0 0 0,-27 13 0 0 0,14-11-450 0 0,1-1 0 0 0,-2-1 1 0 0,1-1-1 0 0,-1-1 1 0 0,-1-2-1 0 0,1 0 0 0 0,-1-3 1 0 0,-44 2-1 0 0,24-7-3220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54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1 589 560 0 0,'0'0'6744'0'0,"6"0"-6285"0"0,10-2-59 0 0,1 0 0 0 0,-1-1-1 0 0,0-1 1 0 0,0 0 0 0 0,16-8 0 0 0,-2-4 8 0 0,-1-1 0 0 0,0-2 0 0 0,-2-1 0 0 0,0-1 0 0 0,28-30 0 0 0,20-13 162 0 0,-47 40-78 0 0,0 0 1 0 0,-2-2-1 0 0,27-34 0 0 0,-50 56-178 0 0,-1 0-1 0 0,1 0 1 0 0,-1 0 0 0 0,-1 0-1 0 0,1-1 1 0 0,1-7-1 0 0,-2 10-207 0 0,-1 0 461 0 0,-1-1-34 0 0,1 2-535 0 0,0 0 71 0 0,-1 0-1 0 0,1-1 0 0 0,-1 1 1 0 0,1 0-1 0 0,-1-1 1 0 0,1 1-1 0 0,-1 0 0 0 0,0 0 1 0 0,1 0-1 0 0,-1 0 0 0 0,0 0 1 0 0,0-1-1 0 0,0 2 1 0 0,0-1-1 0 0,0 0 0 0 0,0 0 1 0 0,0 0-1 0 0,0 0 0 0 0,-1 1 1 0 0,1-1-1 0 0,0 0 1 0 0,0 1-1 0 0,-1-1 0 0 0,1 1 1 0 0,0-1-1 0 0,-1 1 0 0 0,1 0 1 0 0,0 0-1 0 0,-1 0 0 0 0,1-1 1 0 0,-1 1-1 0 0,-1 1 1 0 0,-1-1-30 0 0,1 0 1 0 0,0 1 0 0 0,-1 0 0 0 0,1-1-1 0 0,0 1 1 0 0,0 1 0 0 0,0-1 0 0 0,0 0-1 0 0,0 1 1 0 0,0-1 0 0 0,0 1 0 0 0,0 0-1 0 0,0 0 1 0 0,-3 3 0 0 0,1 0-3 0 0,0 1 1 0 0,1-1 0 0 0,-1 1-1 0 0,1 0 1 0 0,0 0-1 0 0,-4 9 1 0 0,1 2-90 0 0,0 0 0 0 0,2 0 0 0 0,0 0-1 0 0,-6 35 1 0 0,10-47-15 0 0,0 1 0 0 0,1-1 0 0 0,0 1 0 0 0,0 0 0 0 0,0-1 0 0 0,0 1 0 0 0,1-1 0 0 0,0 1 0 0 0,0-1 0 0 0,1 1 0 0 0,-1-1 0 0 0,1 0 0 0 0,0 0 0 0 0,1 0 0 0 0,-1 0 0 0 0,1 0 0 0 0,4 6 0 0 0,-2-6 2 0 0,0 0 0 0 0,0-1-1 0 0,0 1 1 0 0,1-1-1 0 0,-1 0 1 0 0,1 0 0 0 0,0-1-1 0 0,0 0 1 0 0,0 0-1 0 0,1 0 1 0 0,-1-1 0 0 0,9 3-1 0 0,4-1-13 0 0,-1-1-1 0 0,0-1 1 0 0,1-1-1 0 0,-1 0 1 0 0,1-1-1 0 0,-1-1 1 0 0,1-1-1 0 0,-1 0 1 0 0,26-8-1 0 0,-42 9 78 0 0,48-12-21 0 0,60-27-1 0 0,-97 35 161 0 0,1-1 1 0 0,-2-1-1 0 0,1 0 0 0 0,-1-1 0 0 0,0-1 0 0 0,-1 1 0 0 0,0-2 0 0 0,0 0 0 0 0,14-17 0 0 0,-23 24-56 0 0,0 1-1 0 0,-1-1 0 0 0,1 0 0 0 0,-1 0 0 0 0,0 0 1 0 0,1 0-1 0 0,-1 0 0 0 0,-1-1 0 0 0,1 1 0 0 0,0 0 1 0 0,-1 0-1 0 0,0 0 0 0 0,0-1 0 0 0,0 1 0 0 0,0 0 1 0 0,0 0-1 0 0,-1-1 0 0 0,1 1 0 0 0,-1 0 0 0 0,0 0 1 0 0,0 0-1 0 0,0 0 0 0 0,0 0 0 0 0,-1 0 0 0 0,-2-4 1 0 0,1 1 30 0 0,0 1 0 0 0,-1 0 0 0 0,0 0 0 0 0,0 0 0 0 0,0 0 0 0 0,-1 1 0 0 0,0-1 0 0 0,0 1 0 0 0,0 0-1 0 0,0 1 1 0 0,-10-6 0 0 0,13 8-106 0 0,18-8-3505 0 0,45-9 2414 0 0,-4 0 690 0 0,13-10 1727 0 0,-67 27-576 0 0,-2 1-741 0 0,0 1 1 0 0,0-1-1 0 0,1 1 1 0 0,-1-1-1 0 0,0 1 1 0 0,0 0-1 0 0,0-1 1 0 0,0 1-1 0 0,0 0 1 0 0,0 0-1 0 0,0 0 1 0 0,0 0-1 0 0,0 0 1 0 0,-1 0-1 0 0,1 0 1 0 0,0 0-1 0 0,-1 0 0 0 0,1 0 1 0 0,0 0-1 0 0,-1 0 1 0 0,0 1-1 0 0,1-1 1 0 0,-1 0-1 0 0,1 0 1 0 0,-1 1-1 0 0,0-1 1 0 0,0 0-1 0 0,0 0 1 0 0,0 2-1 0 0,3 45 233 0 0,-3-43-221 0 0,-2 101 249 0 0,1-100-306 0 0,1 0 1 0 0,0 0-1 0 0,0 0 0 0 0,1 0 1 0 0,-1 0-1 0 0,1 0 0 0 0,1 0 0 0 0,-1 0 1 0 0,1 0-1 0 0,0 0 0 0 0,0-1 1 0 0,1 1-1 0 0,-1-1 0 0 0,1 0 1 0 0,0 1-1 0 0,1-1 0 0 0,-1-1 1 0 0,1 1-1 0 0,0 0 0 0 0,0-1 1 0 0,1 0-1 0 0,-1 0 0 0 0,1 0 1 0 0,0-1-1 0 0,0 0 0 0 0,0 1 0 0 0,1-2 1 0 0,5 4-1 0 0,4-1-75 0 0,0 0 0 0 0,0-1-1 0 0,0 0 1 0 0,0-1 0 0 0,1-1-1 0 0,-1-1 1 0 0,1 0 0 0 0,-1 0-1 0 0,29-5 1 0 0,-8 0-56 0 0,-1-3-1 0 0,53-15 1 0 0,-69 15 117 0 0,1 0 0 0 0,-1-1 1 0 0,-1-1-1 0 0,0-1 0 0 0,32-22 1 0 0,-43 26 88 0 0,0 0-1 0 0,-1 0 1 0 0,1-1 0 0 0,-1 0 0 0 0,-1 0 0 0 0,0 0 0 0 0,0-1 0 0 0,0 1 0 0 0,-1-1 0 0 0,0 0-1 0 0,0-1 1 0 0,2-9 0 0 0,-5 14 6 0 0,0 1 0 0 0,0 0 0 0 0,-1-1 0 0 0,1 1 0 0 0,-1-1 0 0 0,0 1-1 0 0,0-1 1 0 0,0 1 0 0 0,-1-1 0 0 0,1 1 0 0 0,-1 0 0 0 0,0-1 0 0 0,0 1 0 0 0,0 0 0 0 0,0-1 0 0 0,0 1-1 0 0,-1 0 1 0 0,1 0 0 0 0,-1 0 0 0 0,0 0 0 0 0,0 0 0 0 0,0 1 0 0 0,-1-1 0 0 0,1 1 0 0 0,-1-1-1 0 0,1 1 1 0 0,-1 0 0 0 0,0 0 0 0 0,1 0 0 0 0,-1 0 0 0 0,0 0 0 0 0,-1 1 0 0 0,-5-3 0 0 0,0 1-16 0 0,0 0 1 0 0,-1 1 0 0 0,1 0-1 0 0,-1 1 1 0 0,-18-1 0 0 0,13 1-517 0 0,13 1 120 0 0,-1 2-756 0 0,3-2 1080 0 0,0 0 0 0 0,0 0-1 0 0,-1 0 1 0 0,1 0 0 0 0,0 0-1 0 0,0 0 1 0 0,0 0 0 0 0,0 0 0 0 0,-1 0-1 0 0,1 0 1 0 0,0 0 0 0 0,0 0-1 0 0,0 0 1 0 0,-1 0 0 0 0,1 0-1 0 0,0 0 1 0 0,0 0 0 0 0,0 0-1 0 0,0 0 1 0 0,-1 0 0 0 0,1 0-1 0 0,0 1 1 0 0,0-1 0 0 0,0 0-1 0 0,0 0 1 0 0,0 0 0 0 0,0 0-1 0 0,-1 0 1 0 0,1 1 0 0 0,0-1-1 0 0,0 0 1 0 0,0 0 0 0 0,0 0-1 0 0,0 0 1 0 0,0 1 0 0 0,0-1-1 0 0,0 0 1 0 0,0 0 0 0 0,0 0-1 0 0,0 0 1 0 0,0 1 0 0 0,0-1-1 0 0,0 0 1 0 0,0 0 0 0 0,0 0-1 0 0,0 1 1 0 0,0-1 0 0 0,0 0-1 0 0,0 0 1 0 0,0 0 0 0 0,0 0-1 0 0,0 1 1 0 0,0-1 0 0 0,0 0-1 0 0,0 0 1 0 0,0 0 0 0 0,1 0-1 0 0,-1 0 1 0 0,0 1 0 0 0,0-1 0 0 0,6 2-48 0 0,0 0 0 0 0,0 0 0 0 0,1-1 1 0 0,-1 0-1 0 0,0 0 0 0 0,1-1 1 0 0,-1 0-1 0 0,0 0 0 0 0,1 0 0 0 0,-1-1 1 0 0,1 0-1 0 0,-1 0 0 0 0,0 0 0 0 0,12-5 1 0 0,9-4 346 0 0,51-27 0 0 0,-71 33-102 0 0,31-22 2203 0 0,-36 25-1885 0 0,-2 1-418 0 0,0 0 0 0 0,0-1 0 0 0,1 1 0 0 0,-1 0 0 0 0,0 0 0 0 0,0-1 0 0 0,0 1 0 0 0,1 0 0 0 0,-1 0 0 0 0,0 0 0 0 0,0-1 0 0 0,1 1 0 0 0,-1 0 0 0 0,0 0 0 0 0,1 0 0 0 0,-1 0 0 0 0,0 0 0 0 0,0 0 0 0 0,1 0 0 0 0,-1-1 0 0 0,0 1 0 0 0,1 0 0 0 0,-1 0 0 0 0,0 0 0 0 0,1 0 0 0 0,-1 0 0 0 0,0 0 1 0 0,0 0-1 0 0,1 1 0 0 0,-1-1 0 0 0,0 0 0 0 0,1 0 0 0 0,-1 0 0 0 0,0 0 0 0 0,0 0 0 0 0,1 0 0 0 0,-1 0 0 0 0,0 1 0 0 0,0-1 0 0 0,1 0 0 0 0,-1 0 0 0 0,0 0 0 0 0,0 1 0 0 0,1-1 0 0 0,0 18 195 0 0,-1 0 0 0 0,-4 33 0 0 0,0-5-59 0 0,3-37-261 0 0,1 1 1 0 0,0 0 0 0 0,1-1-1 0 0,0 1 1 0 0,0-1-1 0 0,1 1 1 0 0,0-1 0 0 0,1 1-1 0 0,5 12 1 0 0,-5-16 17 0 0,0-1 1 0 0,0 0-1 0 0,0 0 1 0 0,1-1-1 0 0,-1 1 1 0 0,1-1 0 0 0,0 0-1 0 0,1 0 1 0 0,-1 0-1 0 0,1 0 1 0 0,0-1-1 0 0,-1 0 1 0 0,2 0-1 0 0,-1 0 1 0 0,0 0-1 0 0,11 2 1 0 0,-1 0 1 0 0,0-2 0 0 0,0 0-1 0 0,0-1 1 0 0,0-1 0 0 0,1 0 0 0 0,-1-1-1 0 0,1-1 1 0 0,-1 0 0 0 0,25-6 0 0 0,-16 2 146 0 0,-1-1 0 0 0,-1-1 0 0 0,1-1-1 0 0,-1-1 1 0 0,31-17 0 0 0,-46 22 257 0 0,0 0 0 0 0,-1-1 0 0 0,0 1 0 0 0,0-1 0 0 0,0 0 0 0 0,0-1 0 0 0,-1 1 0 0 0,6-9 0 0 0,-10 12 75 0 0,6-12 1458 0 0,-14 27-2791 0 0,2 1 0 0 0,-7 23 0 0 0,12-37 834 0 0,-1 1 0 0 0,1 0 1 0 0,0 0-1 0 0,-1 0 0 0 0,1 0 0 0 0,0-1 0 0 0,0 1 1 0 0,0 0-1 0 0,0 0 0 0 0,0 0 0 0 0,0 0 0 0 0,0 0 1 0 0,0 0-1 0 0,0-1 0 0 0,0 1 0 0 0,0 0 1 0 0,0 0-1 0 0,1 0 0 0 0,-1 0 0 0 0,0-1 0 0 0,1 1 1 0 0,-1 0-1 0 0,0 0 0 0 0,1 0 0 0 0,-1-1 1 0 0,1 1-1 0 0,0 0 0 0 0,-1-1 0 0 0,1 1 0 0 0,-1-1 1 0 0,1 1-1 0 0,0 0 0 0 0,-1-1 0 0 0,1 1 0 0 0,0-1 1 0 0,0 0-1 0 0,0 1 0 0 0,-1-1 0 0 0,1 0 1 0 0,0 1-1 0 0,0-1 0 0 0,0 0 0 0 0,0 0 0 0 0,-1 0 1 0 0,1 1-1 0 0,0-1 0 0 0,0 0 0 0 0,0 0 1 0 0,0-1-1 0 0,0 1 0 0 0,0 0 0 0 0,1 0 0 0 0,6-1-114 0 0,0-1 0 0 0,1 1 0 0 0,-1-1 0 0 0,8-4 0 0 0,-13 5 197 0 0,12-3 213 0 0,-1-2 0 0 0,0 0 0 0 0,0 0-1 0 0,-1-1 1 0 0,0-1 0 0 0,0-1 0 0 0,-1 1 0 0 0,0-2 0 0 0,0 0 0 0 0,-1 0 0 0 0,17-21 0 0 0,-19 20 272 0 0,0-1 0 0 0,0 0 0 0 0,-1 0 0 0 0,10-24 1 0 0,-15 31-279 0 0,-1-1 1 0 0,1 0 0 0 0,-1 0 0 0 0,-1-1 0 0 0,1 1-1 0 0,-1 0 1 0 0,0 0 0 0 0,-1-1 0 0 0,1 1 0 0 0,-1 0-1 0 0,-1-1 1 0 0,-1-10 0 0 0,1 13-196 0 0,0 1 1 0 0,0 0-1 0 0,0 0 0 0 0,-1 0 1 0 0,1 1-1 0 0,-1-1 0 0 0,0 0 1 0 0,0 0-1 0 0,0 1 0 0 0,0-1 1 0 0,0 1-1 0 0,0 0 1 0 0,-1 0-1 0 0,1 0 0 0 0,-1 0 1 0 0,0 0-1 0 0,0 0 0 0 0,1 1 1 0 0,-1-1-1 0 0,0 1 0 0 0,0 0 1 0 0,0 0-1 0 0,0 0 1 0 0,-1 0-1 0 0,1 0 0 0 0,-4 1 1 0 0,-9-2-302 0 0,1 1 0 0 0,-1 1 0 0 0,1 0 1 0 0,-18 3-1 0 0,15-1-55 0 0,-8 0-745 0 0,1 2 0 0 0,0 1-1 0 0,-36 12 1 0 0,-25 15-6712 0 0,64-20 2135 0 0,6 2 426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54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 44 0 0,'3'-6'1265'0'0,"0"0"-1"0"0,0 0 1 0 0,1 0-1 0 0,-1 0 1 0 0,1 1-1 0 0,9-11 1 0 0,-10 15-1066 0 0,-1-1 0 0 0,1 1 0 0 0,-1-1 0 0 0,1 1 0 0 0,-1 0 0 0 0,1 0 0 0 0,0 0 0 0 0,0 0 0 0 0,-1 0 0 0 0,1 1 0 0 0,0-1 0 0 0,0 1 0 0 0,0 0 0 0 0,0 0 0 0 0,0 0 0 0 0,0 0-1 0 0,-1 0 1 0 0,6 2 0 0 0,10 3 213 0 0,0 0 0 0 0,0 1 0 0 0,-1 1 0 0 0,0 1 0 0 0,-1 0-1 0 0,19 13 1 0 0,-11-7-52 0 0,15 11 519 0 0,-1 1 0 0 0,46 44-1 0 0,-74-62-691 0 0,140 137 3785 0 0,-134-131-532 0 0,-17-23 280 0 0,-2-11-4131 0 0,3 16 422 0 0,0 0 0 0 0,0 0 0 0 0,1 0 0 0 0,-1 1 0 0 0,1-1 0 0 0,0 0 0 0 0,0 1 0 0 0,0-1 0 0 0,1 0 0 0 0,-1 1 0 0 0,1 0 0 0 0,0-1 0 0 0,0 1 0 0 0,3-4 0 0 0,1-1-198 0 0,1 0 0 0 0,0 1 0 0 0,14-11 1 0 0,-3 5-193 0 0,1 0 0 0 0,0 2 0 0 0,1 0 0 0 0,0 1 0 0 0,1 1 1 0 0,24-7-1 0 0,46-10-3859 0 0,-2 9-8317 0 0,-78 16 7251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54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0 184 1644 0 0,'2'-1'16951'0'0,"29"-10"-16512"0"0,211-43 2807 0 0,-112 26-2520 0 0,322-47-219 0 0,-398 68-1593 0 0,13 0-5085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55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29 28287 0 0,'-59'11'4041'0'0,"69"-12"-3779"0"0,625-38-85 0 0,-578 41-177 0 0,-26 0 0 0 0,47-4 0 0 0,-50 4-2384 0 0,-26 4-2422 0 0,1-2 2708 0 0,-10 0-99 0 0,4-2 1658 0 0,-21 13-2830 0 0,1-2-3245 0 0,1-2 562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48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8 1212 0 0,'-3'-2'580'0'0,"0"1"0"0"0,1 0 0 0 0,-1 0 0 0 0,0 0-1 0 0,0 1 1 0 0,1-1 0 0 0,-1 1 0 0 0,0-1 0 0 0,0 1 0 0 0,0 0-1 0 0,0 0 1 0 0,-5 1 0 0 0,6 0-458 0 0,0 0-1 0 0,0 1 1 0 0,0-1-1 0 0,0 0 1 0 0,0 1-1 0 0,0 0 1 0 0,0-1-1 0 0,1 1 1 0 0,-1 0-1 0 0,1 0 1 0 0,-1 0-1 0 0,1 0 1 0 0,0 0-1 0 0,0 0 1 0 0,0 0-1 0 0,-1 4 1 0 0,-18 43 768 0 0,2 1 0 0 0,3 1-1 0 0,-9 52 1 0 0,8-34-52 0 0,12-50-616 0 0,0-1-1 0 0,1 1 1 0 0,2 0-1 0 0,-1 0 1 0 0,2 0-1 0 0,1 0 1 0 0,0 0-1 0 0,1-1 0 0 0,1 1 1 0 0,8 26-1 0 0,-6-30-83 0 0,1 0-1 0 0,1 0 0 0 0,0-1 1 0 0,0 0-1 0 0,2 0 1 0 0,0 0-1 0 0,0-1 0 0 0,1-1 1 0 0,1 0-1 0 0,0 0 0 0 0,1-1 1 0 0,20 15-1 0 0,-19-17 56 0 0,0-1 0 0 0,27 12 0 0 0,2 0 593 0 0,-41-19-621 0 0,8 4 700 0 0,6 19-5969 0 0,-14-23 3526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48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66 15409 0 0,'-1'-4'939'0'0,"-13"-48"945"0"0,14 51-1486 0 0,-3-5 35 0 0,2 3-156 0 0,5 5 1417 0 0,9 10-1615 0 0,0 1 1 0 0,-2 0-1 0 0,1 0 0 0 0,-2 1 1 0 0,15 24-1 0 0,-20-31-56 0 0,-1 1-1 0 0,0 0 1 0 0,-1 0 0 0 0,0 0-1 0 0,0 0 1 0 0,0 1-1 0 0,-1-1 1 0 0,-1 1 0 0 0,1 0-1 0 0,-1-1 1 0 0,-1 1-1 0 0,0 0 1 0 0,-1 15 0 0 0,-2-11-10 0 0,0-1 0 0 0,-1 1 0 0 0,-1 0 0 0 0,0-1 0 0 0,0 0 1 0 0,-2 0-1 0 0,-10 16 0 0 0,-8 5-532 0 0,-30 34 1 0 0,54-67 506 0 0,-44 48-1202 0 0,2-1-963 0 0,15-13-2216 0 0,14-18-564 0 0,2-4 379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50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3 150 916 0 0,'-2'-39'5073'0'0,"5"-60"0"0"0,-3 97-4286 0 0,1-1 156 0 0,-1 3-913 0 0,0-1 1 0 0,0 1-1 0 0,0 0 0 0 0,0 0 1 0 0,0 0-1 0 0,0-1 0 0 0,0 1 0 0 0,0 0 1 0 0,0 0-1 0 0,0-1 0 0 0,0 1 1 0 0,0 0-1 0 0,0 0 0 0 0,1-1 1 0 0,-1 1-1 0 0,0 0 0 0 0,0 0 0 0 0,0 0 1 0 0,0-1-1 0 0,0 1 0 0 0,0 0 1 0 0,0 0-1 0 0,1 0 0 0 0,-1 0 1 0 0,0-1-1 0 0,0 1 0 0 0,0 0 0 0 0,0 0 1 0 0,1 0-1 0 0,-1 0 0 0 0,0 0 1 0 0,0 0-1 0 0,1-1 0 0 0,-1 1 1 0 0,0 0-1 0 0,0 0 0 0 0,0 0 0 0 0,1 0 1 0 0,-1 0-1 0 0,0 0 0 0 0,0 0 1 0 0,1 0-1 0 0,-1 0 0 0 0,0 0 1 0 0,0 0-1 0 0,0 0 0 0 0,1 0 0 0 0,-1 0 1 0 0,0 0-1 0 0,1 0 0 0 0,7 10 153 0 0,0 0-1 0 0,0 1 0 0 0,-1-1 0 0 0,0 1 1 0 0,-1 0-1 0 0,0 1 0 0 0,-1 0 0 0 0,0 0 1 0 0,-1 0-1 0 0,-1 0 0 0 0,0 1 1 0 0,3 20-1 0 0,0 18 291 0 0,-1 91 1 0 0,-5-141-464 0 0,-18 221 1001 0 0,8-146-792 0 0,2 97 0 0 0,10-146-846 0 0,1 1 0 0 0,11 40 0 0 0,-10-48-140 0 0,10 17-2582 0 0,-2-16-2673 0 0,-6-10 2032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51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62 463 312 0 0,'-4'-2'762'0'0,"-3"-2"539"0"0,0-1 0 0 0,0 0 0 0 0,1 0 0 0 0,-1-1 0 0 0,-5-6 0 0 0,11 10-1154 0 0,0 1 1 0 0,-1-1-1 0 0,1 0 0 0 0,0 0 0 0 0,0 0 1 0 0,0 1-1 0 0,1-1 0 0 0,-1 0 1 0 0,0 0-1 0 0,1 0 0 0 0,-1 0 0 0 0,1 0 1 0 0,-1-1-1 0 0,1 1 0 0 0,0 0 0 0 0,0 0 1 0 0,0 0-1 0 0,0 0 0 0 0,1 0 1 0 0,-1 0-1 0 0,0 0 0 0 0,1 0 0 0 0,0 0 1 0 0,-1 0-1 0 0,3-3 0 0 0,3-7 81 0 0,1 0 0 0 0,1 1 1 0 0,0 0-1 0 0,0 1 0 0 0,1-1 0 0 0,10-8 0 0 0,64-51 565 0 0,-15 16-177 0 0,95-58 0 0 0,-149 105-539 0 0,0 0 0 0 0,0 1 0 0 0,1 0 0 0 0,0 1 0 0 0,0 1 0 0 0,0 0 0 0 0,0 1-1 0 0,1 0 1 0 0,23 0 0 0 0,-35 4-64 0 0,0-1 0 0 0,0 1 0 0 0,-1 0 0 0 0,1 0-1 0 0,0 0 1 0 0,0 1 0 0 0,-1-1 0 0 0,1 1 0 0 0,0 0-1 0 0,-1 0 1 0 0,0 0 0 0 0,1 1 0 0 0,-1-1 0 0 0,0 1 0 0 0,0-1-1 0 0,-1 1 1 0 0,1 0 0 0 0,0 0 0 0 0,-1 1 0 0 0,0-1 0 0 0,2 4-1 0 0,5 9 21 0 0,-1 0 0 0 0,0 1 0 0 0,6 23-1 0 0,-6-17 7 0 0,3 7-43 0 0,2-1-1 0 0,19 32 0 0 0,-25-50-144 0 0,0 1 0 0 0,1-1-1 0 0,0 0 1 0 0,1-1 0 0 0,1 0 0 0 0,-1 0-1 0 0,19 13 1 0 0,-23-19 39 0 0,0-1 0 0 0,0 0 0 0 0,1 0 0 0 0,-1 0 0 0 0,1-1 0 0 0,-1 0 0 0 0,1 0-1 0 0,0 0 1 0 0,0-1 0 0 0,0 0 0 0 0,0 0 0 0 0,0 0 0 0 0,0-1 0 0 0,0 0 0 0 0,0 0 0 0 0,0-1 0 0 0,0 1 0 0 0,0-1 0 0 0,0-1-1 0 0,0 1 1 0 0,11-5 0 0 0,-8 1 117 0 0,0 1 0 0 0,0-2 0 0 0,0 1 0 0 0,-1-1 0 0 0,0-1 0 0 0,0 0 0 0 0,-1 0 0 0 0,0 0 0 0 0,0-1 0 0 0,0 0 0 0 0,-1 0 0 0 0,5-10 0 0 0,30-45 2023 0 0,-40 61-1735 0 0,-1 2-273 0 0,0-1 1 0 0,0 1-1 0 0,0 0 0 0 0,0 0 1 0 0,0-1-1 0 0,0 1 0 0 0,0 0 0 0 0,0 0 1 0 0,0-1-1 0 0,0 1 0 0 0,0 0 1 0 0,0 0-1 0 0,0-1 0 0 0,1 1 0 0 0,-1 0 1 0 0,0 0-1 0 0,0 0 0 0 0,0-1 1 0 0,0 1-1 0 0,0 0 0 0 0,1 0 1 0 0,-1 0-1 0 0,0-1 0 0 0,0 1 0 0 0,0 0 1 0 0,0 0-1 0 0,1 0 0 0 0,-1 0 1 0 0,0 0-1 0 0,0-1 0 0 0,1 1 0 0 0,-1 0 1 0 0,0 0-1 0 0,0 0 0 0 0,0 0 1 0 0,1 0-1 0 0,-1 0 0 0 0,0 0 0 0 0,0 0 1 0 0,1 0-1 0 0,-1 0 0 0 0,0 0 1 0 0,0 0-1 0 0,1 0 0 0 0,-1 0 0 0 0,0 0 1 0 0,0 0-1 0 0,1 0 0 0 0,-1 0 1 0 0,0 0-1 0 0,0 0 0 0 0,1 1 0 0 0,-1-1 1 0 0,0 0-1 0 0,0 0 0 0 0,7 12 34 0 0,0 0 0 0 0,-1 0-1 0 0,-1 1 1 0 0,0-1 0 0 0,-1 1-1 0 0,4 19 1 0 0,12 91 94 0 0,-9-47-54 0 0,9 25-14 0 0,-9-54-48 0 0,-2 1-1 0 0,4 90 1 0 0,-13-134 22 0 0,-1-1-1 0 0,1 1 1 0 0,-1 0-1 0 0,0 0 1 0 0,0-1-1 0 0,0 1 1 0 0,-1 0-1 0 0,0-1 1 0 0,1 0 0 0 0,-1 1-1 0 0,0-1 1 0 0,-1 0-1 0 0,1 0 1 0 0,0 0-1 0 0,-1 0 1 0 0,0 0-1 0 0,1-1 1 0 0,-1 1-1 0 0,0-1 1 0 0,-1 0 0 0 0,1 0-1 0 0,0 0 1 0 0,-1 0-1 0 0,1 0 1 0 0,-6 1-1 0 0,-4 2 51 0 0,-1 0 0 0 0,1-1 0 0 0,-1-1 0 0 0,0 0 0 0 0,-27 2 0 0 0,-20-9-657 0 0,18-2-2551 0 0,7 1-5581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52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4 102 19058 0 0,'1'-19'1012'0'0,"0"1"0"0"0,-2-1 1 0 0,-3-25-1 0 0,4 42 292 0 0,3 9-1152 0 0,15 38 52 0 0,-2 0 0 0 0,16 81 0 0 0,-23-92-190 0 0,28 185-2502 0 0,-22-146 654 0 0,0 2-1572 0 0,-3-26-5050 0 0,-7-33 3391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52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1 388 860 0 0,'7'-20'609'0'0,"1"1"0"0"0,1 0 0 0 0,0 0 0 0 0,2 1 0 0 0,0 0 0 0 0,19-22 0 0 0,-20 29-178 0 0,0 0 0 0 0,0 1 0 0 0,1 0 0 0 0,0 1 0 0 0,1 1 0 0 0,0-1 0 0 0,1 2 1 0 0,-1 0-1 0 0,1 0 0 0 0,15-4 0 0 0,-28 10-386 0 0,1 1-1 0 0,0-1 1 0 0,0 1 0 0 0,0-1-1 0 0,0 1 1 0 0,0 0 0 0 0,0-1-1 0 0,0 1 1 0 0,0 0 0 0 0,0 0-1 0 0,0 0 1 0 0,0 0 0 0 0,0 0-1 0 0,0 0 1 0 0,0 0 0 0 0,0 0-1 0 0,0 0 1 0 0,0 0 0 0 0,0 1-1 0 0,0-1 1 0 0,0 0 0 0 0,0 1-1 0 0,0-1 1 0 0,0 1 0 0 0,0-1-1 0 0,0 1 1 0 0,0-1 0 0 0,0 1-1 0 0,-1 0 1 0 0,1-1 0 0 0,0 1-1 0 0,0 0 1 0 0,-1 0 0 0 0,1-1-1 0 0,0 1 1 0 0,-1 0 0 0 0,1 0-1 0 0,-1 0 1 0 0,1 0 0 0 0,-1 0-1 0 0,0 0 1 0 0,1 0 0 0 0,-1 0-1 0 0,0 0 1 0 0,0 1 0 0 0,1 2 16 0 0,-1-1 1 0 0,0 1-1 0 0,0-1 1 0 0,0 1-1 0 0,0-1 1 0 0,-1 1-1 0 0,0-1 1 0 0,1 1-1 0 0,-1-1 1 0 0,-1 1-1 0 0,1-1 1 0 0,-3 5-1 0 0,-60 89 823 0 0,41-65-348 0 0,-28 51-1 0 0,50-81-525 0 0,1-1-1 0 0,-1 1 1 0 0,0-1 0 0 0,1 1 0 0 0,-1-1-1 0 0,1 1 1 0 0,0-1 0 0 0,-1 1-1 0 0,1-1 1 0 0,0 1 0 0 0,0 0-1 0 0,0-1 1 0 0,0 1 0 0 0,0-1 0 0 0,0 1-1 0 0,0 0 1 0 0,1-1 0 0 0,-1 1-1 0 0,1-1 1 0 0,-1 1 0 0 0,1-1-1 0 0,-1 1 1 0 0,1-1 0 0 0,0 1 0 0 0,0-1-1 0 0,0 0 1 0 0,0 1 0 0 0,0-1-1 0 0,0 0 1 0 0,0 0 0 0 0,0 0-1 0 0,0 0 1 0 0,1 0 0 0 0,-1 0 0 0 0,0 0-1 0 0,1 0 1 0 0,-1 0 0 0 0,1 0-1 0 0,-1-1 1 0 0,1 1 0 0 0,-1-1-1 0 0,1 1 1 0 0,2-1 0 0 0,4 3-22 0 0,0-1 1 0 0,0 0-1 0 0,0-1 0 0 0,0 0 1 0 0,1 0-1 0 0,15-1 0 0 0,-3-3-19 0 0,0-1-1 0 0,0 0 0 0 0,0-2 0 0 0,-1 0 0 0 0,0-1 0 0 0,34-18 0 0 0,106-73-71 0 0,-57 31 61 0 0,-78 52 34 0 0,-1-1 1 0 0,40-36-1 0 0,-54 43 80 0 0,-1-1 0 0 0,1 0 0 0 0,-1-1 0 0 0,-1 0 0 0 0,0 0 0 0 0,-1 0 1 0 0,0-1-1 0 0,7-16 0 0 0,-14 27-2 0 0,1-1 1 0 0,0 0-1 0 0,-1 0 0 0 0,1 0 1 0 0,-1 1-1 0 0,1-1 0 0 0,-1 0 1 0 0,0 0-1 0 0,0 0 1 0 0,0 0-1 0 0,0 0 0 0 0,0 0 1 0 0,-1 0-1 0 0,1 1 1 0 0,0-1-1 0 0,-1 0 0 0 0,1 0 1 0 0,-1 0-1 0 0,0 1 1 0 0,0-1-1 0 0,0 0 0 0 0,1 0 1 0 0,-1 1-1 0 0,-1-1 1 0 0,1 1-1 0 0,0-1 0 0 0,0 1 1 0 0,-1 0-1 0 0,-1-2 1 0 0,1 2-16 0 0,0-1 0 0 0,0 1 1 0 0,0 0-1 0 0,0 0 1 0 0,-1 0-1 0 0,1 0 1 0 0,-1 1-1 0 0,1-1 1 0 0,0 1-1 0 0,-1-1 0 0 0,1 1 1 0 0,-1 0-1 0 0,1 0 1 0 0,-1 0-1 0 0,1 0 1 0 0,-1 0-1 0 0,1 0 1 0 0,-1 1-1 0 0,1-1 0 0 0,0 1 1 0 0,-3 1-1 0 0,0 0-30 0 0,1 0-1 0 0,0 1 1 0 0,-1 0-1 0 0,1-1 1 0 0,0 2-1 0 0,0-1 0 0 0,1 0 1 0 0,-1 1-1 0 0,1-1 1 0 0,0 1-1 0 0,0 0 1 0 0,0 0-1 0 0,0 1 0 0 0,1-1 1 0 0,-1 0-1 0 0,-2 9 1 0 0,2-5-95 0 0,0 1-1 0 0,1-1 1 0 0,0 1 0 0 0,0-1 0 0 0,1 1 0 0 0,0 0 0 0 0,1 0 0 0 0,0 13-1 0 0,1-7-317 0 0,1-1-1 0 0,0 1 0 0 0,1 0 1 0 0,0-1-1 0 0,1 1 1 0 0,1-1-1 0 0,0 0 0 0 0,1-1 1 0 0,1 1-1 0 0,0-1 0 0 0,1-1 1 0 0,0 1-1 0 0,1-1 1 0 0,0 0-1 0 0,1-1 0 0 0,0 0 1 0 0,18 14-1 0 0,6-1-5263 0 0,-13-16 2419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4:16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1057 35 48 0 0,'-1'-2'273'0'0,"-1"-1"-1"0"0,1 1 1 0 0,-1 0-1 0 0,0 0 1 0 0,0-1 0 0 0,0 1-1 0 0,0 0 1 0 0,0 1-1 0 0,0-1 1 0 0,-1 0 0 0 0,1 1-1 0 0,-1-1 1 0 0,1 1-1 0 0,-1 0 1 0 0,1-1 0 0 0,-1 1-1 0 0,0 1 1 0 0,1-1-1 0 0,-1 0 1 0 0,0 1 0 0 0,0-1-1 0 0,0 1 1 0 0,-3 0-1 0 0,-8 0 28 0 0,1 1-1 0 0,-1 0 0 0 0,-23 6 0 0 0,8-2 347 0 0,-75 11 559 0 0,-117 12 1399 0 0,197-28-1995 0 0,-11 2 615 0 0,33-2-1178 0 0,1 4-37 0 0,-76 347 209 0 0,18-106-27 0 0,19-81-111 0 0,-12 55 12 0 0,-31 199 66 0 0,-20 148-3 0 0,69-338-98 0 0,6 31 24 0 0,19-144-59 0 0,7-53-15 0 0,3-50-5 0 0,-1 0 0 0 0,0 0 1 0 0,-1 0-1 0 0,0 0 1 0 0,-1 0-1 0 0,0 0 1 0 0,-1 0-1 0 0,-4 11 1 0 0,6-22-1 0 0,1 0 0 0 0,0 0 0 0 0,0 0 0 0 0,0-1 0 0 0,-1 1-1 0 0,1 0 1 0 0,0 0 0 0 0,0 0 0 0 0,1 0 0 0 0,-1 0 0 0 0,0 0 0 0 0,0 0 0 0 0,0 0 0 0 0,1 0 0 0 0,-1-1 0 0 0,0 1 0 0 0,1 0 0 0 0,-1 0 0 0 0,0 0 0 0 0,1 0 0 0 0,0-1 0 0 0,-1 1 0 0 0,1 0 0 0 0,-1-1 0 0 0,1 1 0 0 0,0 0 0 0 0,-1-1 0 0 0,1 1 0 0 0,0-1-1 0 0,0 1 1 0 0,1 0 0 0 0,-1 0 4 0 0,1 1 0 0 0,0-1 0 0 0,1 0 0 0 0,-1 0 0 0 0,0 0-1 0 0,0 0 1 0 0,0-1 0 0 0,1 1 0 0 0,-1-1 0 0 0,0 1 0 0 0,0-1 0 0 0,4 0-1 0 0,8-1 8 0 0,0-2-1 0 0,0 0 1 0 0,-1-1-1 0 0,1 0 0 0 0,15-8 1 0 0,69-36-51 0 0,-54 25-149 0 0,-34 18-147 0 0,0 0 0 0 0,-1-1 0 0 0,1 0 1 0 0,-1-1-1 0 0,-1 0 0 0 0,1 0 0 0 0,7-9 1 0 0,-12 11-602 0 0,0-1 1 0 0,0 1 0 0 0,0-1-1 0 0,-1 0 1 0 0,0 0 0 0 0,0 0-1 0 0,4-13 1 0 0,-2 6-1910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4:17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0 384 0 0,'85'67'4118'0'0,"-7"-6"-2422"0"0,405 234 2311 0 0,-363-228-3469 0 0,255 173 693 0 0,-327-208-1106 0 0,5 5-804 0 0,-2 3-1 0 0,78 77 1 0 0,-127-115 183 0 0,0 0 0 0 0,0 0 0 0 0,0 1 0 0 0,-1-1 0 0 0,1 1 0 0 0,0-1 0 0 0,-1 1 0 0 0,0-1 0 0 0,2 6-1 0 0,0 0-2371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4:18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1685 146 16197 0 0,'3'-18'264'0'0,"-1"1"0"0"0,0-1 0 0 0,-2 1 0 0 0,0-1-1 0 0,-4-29 1 0 0,3 47-241 0 0,1-1 1 0 0,0 1-1 0 0,0-1 0 0 0,0 1 0 0 0,0-1 0 0 0,0 1 0 0 0,-1-1 1 0 0,1 1-1 0 0,0-1 0 0 0,-1 1 0 0 0,1-1 0 0 0,0 1 0 0 0,-1 0 1 0 0,1-1-1 0 0,0 1 0 0 0,-1-1 0 0 0,1 1 0 0 0,0 0 1 0 0,-1 0-1 0 0,1-1 0 0 0,-1 1 0 0 0,1 0 0 0 0,-1 0 0 0 0,1-1 1 0 0,-1 1-1 0 0,1 0 0 0 0,-1 0 0 0 0,1 0 0 0 0,-1 0 0 0 0,1 0 1 0 0,-1 0-1 0 0,1 0 0 0 0,-1 0 0 0 0,0 0 0 0 0,-16 3 218 0 0,9 0-201 0 0,1 1 0 0 0,0-1 0 0 0,0 1-1 0 0,0 1 1 0 0,0-1 0 0 0,1 1 0 0 0,-7 6 0 0 0,-6 4 20 0 0,-194 175 388 0 0,139-121-343 0 0,-474 505 92 0 0,209-171-1770 0 0,104-94-2041 0 0,115-141-3955 0 0,74-106 3516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2:39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0 748 0 0,'0'0'8475'0'0,"-3"26"-8120"0"0,-1 12-249 0 0,-40 286 896 0 0,36-287-931 0 0,-26 138 539 0 0,29-144-472 0 0,1 0-1 0 0,2 0 0 0 0,2 39 0 0 0,9 6 197 0 0,0-26-54 0 0,-2-15-184 0 0,-5-27 481 0 0,2-2-303 0 0,10 16 96 0 0,-11-16 1865 0 0,10-20-1590 0 0,39-45-2 0 0,-45 53-446 0 0,0-2-1 0 0,-1 1 1 0 0,0-1-1 0 0,10-16 1 0 0,-6 7-14 0 0,25-40 713 0 0,-2-1 1 0 0,32-80-1 0 0,-42 81-298 0 0,-2-16-1508 0 0,-19 65 367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2:41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377 58 1192 0 0,'0'0'3702'0'0,"-9"-7"-2599"0"0,-29-22-89 0 0,28 22 1517 0 0,2 4-1851 0 0,-23-6-66 0 0,23 6 836 0 0,-3 13-1078 0 0,-1 0-279 0 0,1-2-16 0 0,0 2 0 0 0,1-1-1 0 0,0 1 1 0 0,1 1 0 0 0,-10 12 0 0 0,-61 103 283 0 0,63-96-459 0 0,1 2 0 0 0,1 0 0 0 0,1 1 0 0 0,-12 49 0 0 0,21-66-31 0 0,2-8-140 0 0,3 0-49 0 0,-4 32-1666 0 0,15-37 1924 0 0,31 8 93 0 0,-31-8 595 0 0,1-12-276 0 0,40-29 39 0 0,-35 22 49 0 0,22-48 989 0 0,-36 57-924 0 0,0-1 10 0 0,10-26 5 0 0,-10 25 553 0 0,-3 7-981 0 0,0-1 0 0 0,1 1 0 0 0,-1 0 0 0 0,0-1 0 0 0,1 1 0 0 0,0-1 0 0 0,-1 1 0 0 0,1 0 0 0 0,2-4 0 0 0,0 0 86 0 0,-2-1 3435 0 0,-1 31-3604 0 0,-3 96-47 0 0,3-114 11 0 0,0 0-1 0 0,1 0 1 0 0,0 0 0 0 0,0-1-1 0 0,3 10 1 0 0,-1-2-19 0 0,-3-10 19 0 0,0 1 0 0 0,1-1 0 0 0,-1 1 0 0 0,1-1 0 0 0,0 0 0 0 0,0 1-1 0 0,0-1 1 0 0,1 0 0 0 0,1 4 0 0 0,1 0-33 0 0,-4-5 36 0 0,1 0 0 0 0,0 0 0 0 0,-1 0 0 0 0,1 0 1 0 0,0-1-1 0 0,0 1 0 0 0,0 0 0 0 0,0 0 1 0 0,1-1-1 0 0,-1 1 0 0 0,0 0 0 0 0,1-1 0 0 0,-1 1 1 0 0,1-1-1 0 0,2 1 0 0 0,1 3-55 0 0,-1 0-173 0 0,6-1 6 0 0,28 12 51 0 0,-19-12-2 0 0,-8-2 137 0 0,-7-1 29 0 0,1-1 1 0 0,-1 1 0 0 0,1-1 0 0 0,0 0 0 0 0,-1-1-1 0 0,1 1 1 0 0,-1-1 0 0 0,9-1 0 0 0,2 1-19 0 0,-8 1 22 0 0,-1-1-1 0 0,1 1 1 0 0,-1-1-1 0 0,1-1 1 0 0,-1 1-1 0 0,0-1 1 0 0,12-5-1 0 0,103-45-214 0 0,-101 42 201 0 0,-2 0-1 0 0,0-1 0 0 0,0-1 0 0 0,-1-1 0 0 0,17-16 0 0 0,40-57 109 0 0,-64 74-37 0 0,0-1-1 0 0,-1-1 1 0 0,-1 1-1 0 0,0-1 1 0 0,0-1-1 0 0,9-29 1 0 0,-6 0 174 0 0,-9 36-56 0 0,-3-4 41 0 0,-3-35 24 0 0,3 36 222 0 0,-3 3-240 0 0,-12-25-21 0 0,12 25 113 0 0,-3 5-182 0 0,-20-11-28 0 0,21 10-16 0 0,-8 14-1640 0 0,-43 27 1060 0 0,43-28-35 0 0,32 1-2707 0 0,53 30 2969 0 0,-53-29 60 0 0,-14-11 60 0 0,0 0 159 0 0,0-1 0 0 0,0 1 0 0 0,0 0 0 0 0,0-1 0 0 0,0 0 0 0 0,0 0 0 0 0,4-2 0 0 0,-4 1 70 0 0,0 1-1 0 0,0 0 1 0 0,-1 0 0 0 0,1 0 0 0 0,0 1-1 0 0,0-1 1 0 0,0 1 0 0 0,5 0 0 0 0,4-6 204 0 0,36-16 46 0 0,-37 16 482 0 0,-10 6-724 0 0,-1-1-1 0 0,1 0 0 0 0,0 1 0 0 0,-1-1 1 0 0,1 0-1 0 0,-1 0 0 0 0,1 0 0 0 0,-1 0 1 0 0,0 0-1 0 0,1 0 0 0 0,-1 0 0 0 0,2-3 1 0 0,3 0 4503 0 0,-2 40-4380 0 0,-3-30-168 0 0,0 0 1 0 0,-1-1 0 0 0,0 1-1 0 0,0 0 1 0 0,0 0-1 0 0,0 0 1 0 0,-3 9 0 0 0,-4 50 155 0 0,2-8-136 0 0,-4 9-227 0 0,6-54 119 0 0,2-5-11 0 0,-1 0-1 0 0,1 0 1 0 0,0-1-1 0 0,1 1 0 0 0,0 10 1 0 0,-1-3-60 0 0,2 40-713 0 0,1-42 646 0 0,-1-5 1 0 0,-1 0-1 0 0,1 0 1 0 0,-1-1-1 0 0,0 1 1 0 0,-1 8-1 0 0,-1 19-753 0 0,1-25-187 0 0,3-1-340 0 0,7 26-1211 0 0,-7-25-1749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2:41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1 138 196 0 0,'0'0'3682'0'0,"6"-9"-2687"0"0,20-23-97 0 0,-20 24-97 0 0,1 2-81 0 0,-1 0-507 0 0,-4 3-129 0 0,0 1 1 0 0,0-1-1 0 0,0 1 1 0 0,1 0-1 0 0,-1 0 1 0 0,1 0-1 0 0,0 0 1 0 0,0 0-1 0 0,0 1 1 0 0,4-3-1 0 0,1 0 49 0 0,25-11 309 0 0,-4 5-423 0 0,-22 8-196 0 0,3-2-196 0 0,31-10-191 0 0,-31 11-241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2:41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81 696 0 0,'0'0'10888'0'0,"20"1"-11016"0"0,59 1-197 0 0,-76-2 267 0 0,0 0 0 0 0,0 0 0 0 0,0 0 0 0 0,0 0 0 0 0,0 0 0 0 0,0-1-1 0 0,0 1 1 0 0,4-2 0 0 0,55-19-601 0 0,35-13-4774 0 0,-19 9 2889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2:42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0 156 0 0,'0'0'12170'0'0,"1"23"-11790"0"0,3 104 217 0 0,-3-57-329 0 0,-3-9-496 0 0,0-28-129 0 0,1-25-176 0 0,1 2-206 0 0,0 32-316 0 0,0-32-929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2:42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77 1184 0 0,'0'0'1144'0'0,"-13"-77"3745"0"0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2:43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0 213 408 0 0,'0'0'1510'0'0,"0"-13"-84"0"0,0-40-59 0 0,0 39-49 0 0,4 5-38 0 0,-2 3-1145 0 0,-1-1 213 0 0,1 1 1 0 0,0-1-1 0 0,1 1 1 0 0,-1 0-1 0 0,1 0 0 0 0,0 0 1 0 0,1 0-1 0 0,-1 1 0 0 0,1-1 1 0 0,0 1-1 0 0,7-6 0 0 0,-6 5-78 0 0,-4 4-163 0 0,1 0-1 0 0,0 0 0 0 0,0 1 0 0 0,0-1 1 0 0,0 0-1 0 0,0 1 0 0 0,0-1 1 0 0,1 1-1 0 0,-1 0 0 0 0,0 0 1 0 0,5-2-1 0 0,-2 0 100 0 0,-3 2-124 0 0,-1 0 0 0 0,1-1 0 0 0,0 1 0 0 0,0 0-1 0 0,0 0 1 0 0,0 0 0 0 0,0 1 0 0 0,0-1 0 0 0,0 0 0 0 0,0 1-1 0 0,0-1 1 0 0,3 1 0 0 0,50 0 945 0 0,-44 0-592 0 0,0 5-60 0 0,34 18-56 0 0,-41-22-292 0 0,-1 0 0 0 0,1 1 1 0 0,-1 0-1 0 0,0 0 0 0 0,1 0 1 0 0,-1 0-1 0 0,0 1 0 0 0,0-1 1 0 0,0 1-1 0 0,-1 0 1 0 0,4 3-1 0 0,3 5 9 0 0,5 5-156 0 0,-1-1 0 0 0,0 2 0 0 0,-1 0-1 0 0,-1 1 1 0 0,-1 0 0 0 0,15 37 0 0 0,-11-25-352 0 0,9 36-2378 0 0,-8-33 471 0 0,-12-24-1565 0 0</inkml:trace>
  <inkml:trace contextRef="#ctx0" brushRef="#br0" timeOffset="1">696 283 15645 0 0,'0'0'3676'0'0,"4"20"-3479"0"0,-3-16-186 0 0,7 32 97 0 0,-2 0 1 0 0,1 52 0 0 0,15 246 13 0 0,-9-232-1578 0 0,-10-81 1103 0 0,-1-3-297 0 0,1 1 0 0 0,0-1 0 0 0,7 21 0 0 0,-6-30 74 0 0,2 6 69 0 0,-3 1-6852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2:43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1 391 556 0 0,'5'-13'169'0'0,"57"-115"1981"0"0,-52 112-1693 0 0,0 1 0 0 0,0 0-1 0 0,1 0 1 0 0,1 1 0 0 0,25-22-1 0 0,-20 21-13 0 0,-4 3 143 0 0,1 1 1 0 0,19-12-1 0 0,-18 12-305 0 0,-5 4 27 0 0,0 0 1 0 0,1 1-1 0 0,0 0 0 0 0,20-8 1 0 0,4-1 195 0 0,-27 11-55 0 0,0 3-42 0 0,24-5-26 0 0,-24 5 1009 0 0,-3 13-1187 0 0,14 37-24 0 0,-14-37-15 0 0,-16 7-222 0 0,0 2 15 0 0,-12 23-344 0 0,-40 58 0 0 0,58-95 203 0 0,-42 52-1279 0 0,8-19-4191 0 0,15-17 2761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2:43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1320 0 0,'0'0'10131'0'0,"2"17"-9658"0"0,2 2-328 0 0,-2-8 6 0 0,0 1 0 0 0,-1 0 0 0 0,0 16 0 0 0,-5 3 218 0 0,2-26-344 0 0,1 0 0 0 0,0-1 0 0 0,1 1 0 0 0,-1 0 0 0 0,1 0 0 0 0,0-1 0 0 0,1 9 0 0 0,0 22-90 0 0,-1-26-80 0 0,3-1-75 0 0,0-1 124 0 0,-2-4 21 0 0,0 0 0 0 0,0-1 0 0 0,0 1 0 0 0,0 0 0 0 0,0 0 0 0 0,-1 0 0 0 0,1 0 0 0 0,-1 0 0 0 0,0 3 0 0 0,6-1-187 0 0,20 15 22 0 0,-20-15 31 0 0,5-6-109 0 0,32-4 257 0 0,-32 4 198 0 0,3-7 48 0 0,5-2-72 0 0,-8 5 9 0 0,-1-1-1 0 0,1-1 1 0 0,-1 0 0 0 0,-1 0 0 0 0,1-1 0 0 0,8-9 0 0 0,28-25 782 0 0,6-14 939 0 0,-48 51 648 0 0,0-1-1667 0 0,19-20 4662 0 0,-22 44-6828 0 0,5 55 651 0 0,-5-55-106 0 0,1-8-161 0 0,3 28-195 0 0,-4-28-219 0 0,3-4-3333 0 0,10 21-98 0 0,-11-20 368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2:44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51 1400 0 0,'0'0'6061'0'0,"-1"-14"-4592"0"0,-2-23 8418 0 0,23 181-9552 0 0,-8-39 110 0 0,-9-71-238 0 0,1 0 1 0 0,2-1 0 0 0,15 51 0 0 0,-13-56-89 0 0,18 44 245 0 0,18 38 7 0 0,-14-43 10 0 0,-27-61 2499 0 0,-13-28-2932 0 0,-32-65-87 0 0,32 65-101 0 0,15 8-715 0 0,17-40 212 0 0,-22 51 609 0 0,1 0 0 0 0,0 0 0 0 0,0 0 0 0 0,0 0 0 0 0,1 0 0 0 0,-1 0 0 0 0,1 0 0 0 0,0 1 0 0 0,0-1 0 0 0,0 1 1 0 0,0-1-1 0 0,4-3 0 0 0,0 0-285 0 0,1-4-1001 0 0,1 0 1 0 0,1 1-1 0 0,-1 0 1 0 0,1 1-1 0 0,1 0 0 0 0,12-9 1 0 0,-17 13 474 0 0,35-22-4323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2:44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371 64 1768 0 0,'0'0'4814'0'0,"-3"-11"-3437"0"0,-2-1-875 0 0,-3-7-9 0 0,2-3 4390 0 0,-10 41-4213 0 0,8-10-577 0 0,-15 18 172 0 0,1 1-1 0 0,1 1 0 0 0,-20 38 0 0 0,5 1 153 0 0,2 1 1 0 0,4 2-1 0 0,4 2 0 0 0,2 0 0 0 0,3 1 0 0 0,4 1 0 0 0,-9 96 0 0 0,24-143-345 0 0,1-1 0 0 0,1 1 0 0 0,2 0 0 0 0,1-1 0 0 0,11 47 1 0 0,-9-54-157 0 0,1-1 0 0 0,1 0 1 0 0,1 0-1 0 0,0-1 1 0 0,1 0-1 0 0,1-1 1 0 0,1 0-1 0 0,20 24 0 0 0,-12-17-313 0 0,1-2 0 0 0,1 0 0 0 0,1-2-1 0 0,1 0 1 0 0,1-1 0 0 0,1-2 0 0 0,0 0-1 0 0,1-2 1 0 0,33 14 0 0 0,-20-13-2253 0 0,1-2 0 0 0,65 13 1 0 0,-34-14-1152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2:45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1 1236 0 0,'14'6'1309'0'0,"-2"-2"-982"0"0,-5-1-142 0 0,1 0 1 0 0,-1 0 0 0 0,0 0-1 0 0,0 1 1 0 0,-1 0-1 0 0,1 0 1 0 0,-1 1 0 0 0,0 0-1 0 0,0 0 1 0 0,0 0 0 0 0,4 7-1 0 0,2 5 277 0 0,0 0 1 0 0,-2 0-1 0 0,0 1 0 0 0,-1 1 0 0 0,-1-1 1 0 0,-1 2-1 0 0,0-1 0 0 0,-2 1 0 0 0,0-1 0 0 0,-1 2 1 0 0,2 32-1 0 0,-3 15 580 0 0,-4 0 0 0 0,-9 77 0 0 0,5-110-653 0 0,-1-1 1 0 0,-1 1-1 0 0,-22 57 0 0 0,5-29-137 0 0,-36 64 0 0 0,39-89-757 0 0,-2 0 1 0 0,-2-2 0 0 0,-1 0 0 0 0,-37 39-1 0 0,30-41-3109 0 0,-73 57 0 0 0,50-51 195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2:46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1 18178 0 0,'0'0'2037'0'0,"-13"18"-3226"0"0,-107 133-1626 0 0,89-121 1471 0 0,16-15-686 0 0,-3 3-3483 0 0,-7 7 1393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2:47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0 20130 0 0,'0'0'2511'0'0,"-18"16"-4039"0"0,-150 143-2097 0 0,108-97-5010 0 0,27-33 3654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2:52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284 0 1148 0 0,'0'0'15266'0'0,"-16"11"-15064"0"0,-51 31-7 0 0,65-41-182 0 0,0 0 0 0 0,0 1 0 0 0,0-1-1 0 0,0 0 1 0 0,1 0 0 0 0,-1 1 0 0 0,0-1 0 0 0,1 1 0 0 0,-1 0 0 0 0,1-1 0 0 0,-3 4 0 0 0,-30 47 218 0 0,28-44-208 0 0,-13 25 39 0 0,7-5-94 0 0,10-21-35 0 0,-1 1-33 0 0,-5 23-25 0 0,6-23-30 0 0,5 3-169 0 0,11 35 159 0 0,-5-29-10 0 0,43 39-279 0 0,-1-7 112 0 0,-36-36 310 0 0,-4-3-13 0 0,-1-1-1 0 0,0 1 0 0 0,0 1 0 0 0,-1 0 0 0 0,0 0 1 0 0,12 21-1 0 0,10 39 100 0 0,-28-64 53 0 0,-2 58 378 0 0,-4-55-287 0 0,-10 31 2 0 0,13-38-173 0 0,-1 0 0 0 0,0 0 0 0 0,0 0 0 0 0,0 0-1 0 0,0 0 1 0 0,-1 0 0 0 0,1 0 0 0 0,-1 0 0 0 0,1-1-1 0 0,-1 1 1 0 0,0-1 0 0 0,-3 3 0 0 0,-1 2 44 0 0,-1 4 26 0 0,-2 0 1 0 0,0-1 0 0 0,0 0-1 0 0,-1-1 1 0 0,-17 14-1 0 0,5-4 39 0 0,-36 30 35 0 0,27-25-206 0 0,2-3-180 0 0,-1-3-383 0 0,-32 20-2463 0 0,57-35 543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2:55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76 560 0 0,'0'0'4433'0'0,"3"-12"-3391"0"0,15-52 8754 0 0,-11 89-9548 0 0,22 82-26 0 0,-24-81-50 0 0,0 1 1 0 0,1 35 0 0 0,-4-44-155 0 0,1 18 165 0 0,-2-17-109 0 0,2-1 1 0 0,7 35-1 0 0,0-9 11 0 0,1 5-247 0 0,-6-15-61 0 0,-4-26-94 0 0,1 2-110 0 0,1 0 174 0 0,1 8 97 0 0,-3 10-3329 0 0,-2 7 2310 0 0,1-26-906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2:56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1 391 268 0 0,'0'0'1724'0'0,"46"-104"-288"0"0,-12 54-832 0 0,-7 19-52 0 0,-3 3 337 0 0,22-22-565 0 0,-12 27-136 0 0,0-1-96 0 0,-1-4-140 0 0,2 3-204 0 0,11-2-2721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2:56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1 517 584 0 0,'0'0'3950'0'0,"9"10"-3454"0"0,28 32-45 0 0,-28-32-28 0 0,8-14-20 0 0,4 1-269 0 0,-1-1 87 0 0,-1 0 0 0 0,23-8-1 0 0,-31 8-123 0 0,30-8 536 0 0,71-33 0 0 0,-91 37-500 0 0,-10 4 18 0 0,0-1 0 0 0,0 0 0 0 0,-1 0 0 0 0,20-14 0 0 0,-21 15-44 0 0,-6 3-58 0 0,0-1-1 0 0,0 1 1 0 0,0-1 0 0 0,0 0 0 0 0,0 0-1 0 0,-1 0 1 0 0,1 0 0 0 0,0-1-1 0 0,-1 1 1 0 0,0 0 0 0 0,3-4 0 0 0,2 0 73 0 0,-5 4-67 0 0,1 1 1 0 0,-1-1-1 0 0,0 0 0 0 0,0-1 0 0 0,0 1 1 0 0,0 0-1 0 0,-1-1 0 0 0,1 1 1 0 0,0-1-1 0 0,-1 1 0 0 0,2-6 1 0 0,18-34 756 0 0,-16 35-687 0 0,-3 5-77 0 0,-1-1 1 0 0,1 1-1 0 0,-1 0 1 0 0,0-1-1 0 0,0 1 1 0 0,0-1-1 0 0,0 0 1 0 0,0 1-1 0 0,0-1 1 0 0,-1 0-1 0 0,1 1 1 0 0,0-6-1 0 0,1-1 88 0 0,1-30 1054 0 0,-3-12 494 0 0,-5 45-1507 0 0,-16-20-14 0 0,15 20 71 0 0,16 1-5807 0 0,27-14 5933 0 0,-35 19-320 0 0,0-1 0 0 0,0 0 0 0 0,0 0 0 0 0,0 1 1 0 0,-1-1-1 0 0,1 0 0 0 0,0-1 0 0 0,0 1 0 0 0,-1 0 1 0 0,1 0-1 0 0,-1-1 0 0 0,1 1 0 0 0,-1-1 0 0 0,0 1 1 0 0,2-3-1 0 0,14-16 638 0 0,32-29 851 0 0,-44 44-1002 0 0,0-1 17 0 0,14-16-18 0 0,-14 16 3681 0 0,2 23-4123 0 0,23 48-53 0 0,-29-63-34 0 0,0 0 1 0 0,0-1-1 0 0,0 1 0 0 0,0 0 0 0 0,-1 0 0 0 0,1 0 1 0 0,0 0-1 0 0,-1 0 0 0 0,0 0 0 0 0,1 0 1 0 0,-1 4-1 0 0,-1 6-27 0 0,4 36-267 0 0,-3-38 201 0 0,7 32-542 0 0,-5-32 474 0 0,10 30-845 0 0,-9-30 753 0 0,14 29-1233 0 0,-1-10 385 0 0,-6-17-326 0 0,-4-6 734 0 0,5 4-213 0 0,8 1-3920 0 0,12 5 1142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2:57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1 166 1428 0 0,'0'0'7113'0'0,"5"-9"-6281"0"0,17-27-90 0 0,-22 35-707 0 0,0 1 0 0 0,1-1 1 0 0,-1 0-1 0 0,0 0 0 0 0,1 1 1 0 0,-1-1-1 0 0,1 0 0 0 0,0 1 0 0 0,-1-1 1 0 0,1 0-1 0 0,-1 1 0 0 0,1-1 0 0 0,0 1 1 0 0,0-1-1 0 0,-1 1 0 0 0,1-1 0 0 0,0 1 1 0 0,1-1-1 0 0,42-19 1024 0 0,4 2-453 0 0,0 2-634 0 0,-38 12-57 0 0,30-10-613 0 0,11 0-899 0 0,-41 11 1086 0 0,6-3-228 0 0,9 1-2969 0 0,18-3 848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2:57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 12945 0 0,'0'0'2468'0'0,"-5"8"-2280"0"0,-14 25-76 0 0,15-24 764 0 0,20-6-827 0 0,50 8-40 0 0,-62-9-23 0 0,1-1-1 0 0,-1 0 1 0 0,1 0 0 0 0,-1-1-1 0 0,1 0 1 0 0,0 1 0 0 0,-1-1-1 0 0,1-1 1 0 0,8 0 0 0 0,-2-1-39 0 0,-2 1-177 0 0,2 1-534 0 0,33-1 208 0 0,-33 0-116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2:58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46 260 0 0,'0'0'12868'0'0,"9"16"-12951"0"0,28 46-167 0 0,-28-47-204 0 0,-6-6-216 0 0,0 1 291 0 0,2 6 3 0 0,0 10-5144 0 0,4 15 2484 0 0</inkml:trace>
  <inkml:trace contextRef="#ctx0" brushRef="#br0" timeOffset="1">342 0 1580 0 0,'0'0'12347'0'0,"3"17"-12229"0"0,12 52-131 0 0,-13-65-22 0 0,-1 1 1 0 0,0 0-1 0 0,0 0 1 0 0,0 0-1 0 0,-1 0 1 0 0,1 0-1 0 0,-1 0 0 0 0,-1 6 1 0 0,1-7-65 0 0,-1 0-1 0 0,1 1 1 0 0,0-1 0 0 0,0 0 0 0 0,1 0 0 0 0,-1 0-1 0 0,3 7 1 0 0,-3 0-141 0 0,1-5-27 0 0,-1-1 1 0 0,1 1-1 0 0,0 0 1 0 0,0-1-1 0 0,5 11 1 0 0,-5-8-315 0 0,2 7-144 0 0,8 3-3446 0 0,12 16 1016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2:58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110 118 588 0 0,'0'0'1219'0'0,"-3"-13"-22"0"0,1-3-761 0 0,-1-8 42 0 0,-3-2 2811 0 0,6 24-3155 0 0,-1-1 0 0 0,0 1 1 0 0,0-1-1 0 0,0 1 0 0 0,0 0 1 0 0,-1-1-1 0 0,1 1 0 0 0,0 0 1 0 0,-3-3-1 0 0,-1-1 105 0 0,1 0 3221 0 0,-8 20-4577 0 0,-37 43 705 0 0,37-43 2 0 0,15 0-314 0 0,11 40 417 0 0,-11-40 50 0 0,3-3 62 0 0,22 40 310 0 0,44 59 0 0 0,-55-88 258 0 0,-4 3-46 0 0,-9-18-174 0 0,7 19 170 0 0,-8-20 353 0 0,-2 4-345 0 0,2 28-5 0 0,-2-29 295 0 0,-6 1-350 0 0,-14 30-13 0 0,14-30-35 0 0,0-3-20 0 0,-41 56 167 0 0,42-58-409 0 0,-1 1-121 0 0,-16 18-157 0 0,16-18-205 0 0,-1-1-1266 0 0,-20 15-204 0 0,20-15-1301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2:59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1 117 17338 0 0,'3'-12'458'0'0,"11"-35"-79"0"0,-10 35-23 0 0,-3 4-265 0 0,6-22-30 0 0,-5 22 631 0 0,2 29-667 0 0,1 3-13 0 0,1-1 13 0 0,-2 1 0 0 0,0 0 0 0 0,-2 0 0 0 0,-1 41 0 0 0,-3-15-8 0 0,-3 103 67 0 0,4-140-73 0 0,5 34 12 0 0,0-18-30 0 0,-3-22-20 0 0,0 2-83 0 0,5 25 40 0 0,-5-25-13 0 0,17-19-416 0 0,56-31 481 0 0,-56 31-8 0 0,-11 6-22 0 0,0 1 40 0 0,-4 2-7 0 0,0 0 0 0 0,-1 0 0 0 0,1 0 0 0 0,-1-1 0 0 0,1 1 0 0 0,-1-1 0 0 0,0 0 0 0 0,4-3 0 0 0,4 10-20 0 0,31 13 3 0 0,-31-13 16 0 0,25 25-39 0 0,-28-24-7 0 0,-1 1-25 0 0,85 65-524 0 0,-84-68 485 0 0,2-2 3 0 0,28 9 16 0 0,-27-8 14 0 0,-1-3 13 0 0,39-1-73 0 0,-35-3 92 0 0,2 1 44 0 0,-8 2 10 0 0,0 0 0 0 0,0-1-1 0 0,-1 0 1 0 0,1 0-1 0 0,-1 0 1 0 0,12-7 0 0 0,28-14-5 0 0,18-14 144 0 0,-58 33 479 0 0,0-1-275 0 0,19-13 40 0 0,-19 13 2908 0 0,-2 64-6264 0 0,-2-41 2797 0 0,-1-2-380 0 0,4-11 8 0 0,16 14 13 0 0,-16-15 45 0 0,6-1 36 0 0,-1 2 316 0 0,-6-3 83 0 0,0 0 0 0 0,-1-1-1 0 0,1 1 1 0 0,0-1 0 0 0,0 0-1 0 0,0 0 1 0 0,0-1 0 0 0,0 1 0 0 0,0-1-1 0 0,7 0 1 0 0,32 1-576 0 0,-32-4 368 0 0,35-11 74 0 0,-35 10 75 0 0,-3 0 96 0 0,7-7 226 0 0,27-24-1 0 0,-38 30 72 0 0,1-3 44 0 0,13-24 52 0 0,-13 24 530 0 0,-5 6-821 0 0,0-1-1 0 0,0 1 1 0 0,1 0 0 0 0,-1-1 0 0 0,1 1-1 0 0,0 0 1 0 0,0 0 0 0 0,-1 0 0 0 0,1-1-1 0 0,1 1 1 0 0,1-2 0 0 0,2-9 7175 0 0,-1 32-12786 0 0,12 57 4350 0 0,-12-57-363 0 0,16 19-10878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2:59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68 1128 0 0,'0'0'5233'0'0,"-4"-11"-3515"0"0,-12-34-76 0 0,12 34 8099 0 0,1 39-9222 0 0,-2 10-340 0 0,-1 6 173 0 0,0 51 0 0 0,-6 126 1445 0 0,12-163-1417 0 0,-1-49-313 0 0,1 29 670 0 0,3-19-708 0 0,1-10 30 0 0,0-15 182 0 0,24-82-398 0 0,-21 66-35 0 0,-1 16-32 0 0,17-18-24 0 0,-17 18 6 0 0,0 2-212 0 0,15-13 243 0 0,-16 13 5 0 0,5 4-376 0 0,31 1 421 0 0,-31-1 39 0 0,-2 6-105 0 0,26 19 125 0 0,-25-18 20 0 0,-4-1-79 0 0,14 21 87 0 0,-14-21 5 0 0,-33 63-62 0 0,22-56 124 0 0,-1-9-41 0 0,-23 13-81 0 0,23-13-135 0 0,-1-2-152 0 0,0 2 172 0 0,-5 2 59 0 0,-13 0-3042 0 0,-19 1 1563 0 0,34-5-1048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00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1684 0 0,'0'0'4384'0'0,"5"-10"-3152"0"0,15-31-119 0 0,-15 31 4839 0 0,4 28-5490 0 0,3 3-306 0 0,-7-11-73 0 0,1 0 0 0 0,-1 1 0 0 0,-1-1 0 0 0,0 1 0 0 0,0 0 0 0 0,-1 0 0 0 0,2 13 0 0 0,-4-16 15 0 0,1 0-1 0 0,-1 1 0 0 0,-1-1 0 0 0,0 0 0 0 0,-1 12 0 0 0,0-3 10 0 0,-1 64 477 0 0,1-59-316 0 0,-2 0 1 0 0,-6 31-1 0 0,5-35-211 0 0,3-8 96 0 0,-1-2-23 0 0,-1 0 18 0 0,-3 8-196 0 0,4 0 3189 0 0,23-23-3141 0 0,63-22 0 0 0,-63 22 5 0 0,-13 10 5 0 0,0 0-10 0 0,29 8 4 0 0,18-1 9 0 0,-44-8-14 0 0,40 4-13 0 0,151-8-101 0 0,-125-4 23 0 0,46-9 0 0 0,-69 4 64 0 0,62-15 15 0 0,-113 25 13 0 0,1 1 0 0 0,-1-1 1 0 0,0 1-1 0 0,0-1 0 0 0,0 0 0 0 0,0 0 0 0 0,0 0 1 0 0,0-1-1 0 0,0 1 0 0 0,3-3 0 0 0,20-11 29 0 0,-22 12-21 0 0,-3 2-4 0 0,1 0 0 0 0,-1-1 1 0 0,1 1-1 0 0,0 0 1 0 0,-1 0-1 0 0,1 0 0 0 0,0 1 1 0 0,0-1-1 0 0,0 0 1 0 0,-1 1-1 0 0,1-1 1 0 0,3 0 70 0 0,0-5 27 0 0,14-21 31 0 0,-14 20 440 0 0,-17-4-523 0 0,-33-31 6 0 0,33 31-2 0 0,0 11-14 0 0,-2-2-26 0 0,8 1-6 0 0,0 1 0 0 0,-1-1 1 0 0,1 1-1 0 0,0 0 0 0 0,0 1 0 0 0,0 0 0 0 0,-12 2 1 0 0,2-2-13 0 0,9 0-9 0 0,0-1 0 0 0,1 1 0 0 0,-1 0 1 0 0,0 1-1 0 0,0-1 0 0 0,1 1 0 0 0,-7 4 1 0 0,2-4-30 0 0,-29 14-254 0 0,10 0 34 0 0,23-13-78 0 0,0 3-69 0 0,-21 14-50 0 0,21-15-62 0 0,4 0-627 0 0,-11 15 578 0 0,10-15 42 0 0,21 0-1719 0 0,50 18 2063 0 0,-50-17 80 0 0,-3-8 104 0 0,42-6 101 0 0,-43 6 362 0 0,-2-2-93 0 0,30-12 67 0 0,-30 12 656 0 0,-4-1-478 0 0,27-18 6175 0 0,-23 29-6895 0 0,33 18-102 0 0,-33-18-101 0 0,-6 1-53 0 0,11 20-67 0 0,-15-25 376 0 0,0-1 0 0 0,0 1 0 0 0,0-1 0 0 0,0 1 0 0 0,0-1 0 0 0,0 1-1 0 0,0-1 1 0 0,0 0 0 0 0,1 1 0 0 0,-1-1 0 0 0,0 0 0 0 0,1 0 0 0 0,-1 0-1 0 0,1 0 1 0 0,-1 0 0 0 0,4 1 0 0 0,0 0-127 0 0,0 2-442 0 0,0 0-37 0 0,1 2 398 0 0,-4-4 29 0 0,0 1-1 0 0,0-1 1 0 0,1 0 0 0 0,-1 0 0 0 0,1 0-1 0 0,0-1 1 0 0,-1 1 0 0 0,1-1 0 0 0,4 3-1 0 0,22 11-315 0 0,-21-12 67 0 0,3-9-858 0 0,35-20 1432 0 0,-35 20 329 0 0,-6-1-88 0 0,13-19 58 0 0,-14 19 5168 0 0,5 15-5413 0 0,28 26-18 0 0,-36-33-123 0 0,0-1 0 0 0,0 1 1 0 0,0 0-1 0 0,-1-1 0 0 0,1 1 0 0 0,0 0 1 0 0,0 0-1 0 0,-1 0 0 0 0,1 0 0 0 0,0 0 1 0 0,-1 0-1 0 0,1 0 0 0 0,-1 0 0 0 0,1 0 1 0 0,-1 1-1 0 0,9 23-3 0 0,4 13 20 0 0,1-12-394 0 0,7 17-590 0 0,12 28-1547 0 0,-29-65 1345 0 0,0 2-209 0 0,11 21-389 0 0,-11-22-1131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01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60 161 14253 0 0,'-3'-13'1138'0'0,"-7"-39"-557"0"0,9 49-552 0 0,1 0-1 0 0,0 1 1 0 0,-1-1 0 0 0,1 0-1 0 0,-1 1 1 0 0,0-1-1 0 0,0 0 1 0 0,0 1 0 0 0,0-1-1 0 0,0 1 1 0 0,-1-1-1 0 0,1 1 1 0 0,-4-5 0 0 0,-1 1 25 0 0,3-1 114 0 0,-1 0 113 0 0,-10-20 87 0 0,11 20 1046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01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1 648 0 0,'0'0'19202'0'0,"-9"18"-18867"0"0,-3 4-237 0 0,2-3 22 0 0,0 1 0 0 0,-8 23 0 0 0,-64 185-2123 0 0,68-183 449 0 0,12-38 584 0 0,3 3-1558 0 0,3 30-13 0 0,-3-30-1639 0 0</inkml:trace>
  <inkml:trace contextRef="#ctx0" brushRef="#br0" timeOffset="1">379 241 528 0 0,'0'0'4391'0'0,"1"-12"-3009"0"0,1-37-38 0 0,-1 37 8370 0 0,9 28-9430 0 0,3 3-198 0 0,-2-3 36 0 0,-1 0 0 0 0,11 23-1 0 0,-7-12 9 0 0,-10-20-118 0 0,0 0-134 0 0,35 62-1188 0 0,-36-62 491 0 0,1-1-246 0 0,-2 1 440 0 0,5 7 277 0 0,1-3-6802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01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48 404 0 0,'0'0'9738'0'0,"9"-8"-9565"0"0,33-32 696 0 0,-32 53-783 0 0,29 38 6 0 0,-29-38 8 0 0,-9-2-1 0 0,0 35-11 0 0,-1-35 12 0 0,0 3 11 0 0,0 64 187 0 0,1-13 110 0 0,-1-1 167 0 0,-2-55-469 0 0,1-5-51 0 0,0-1-1 0 0,1 1 0 0 0,0-1 1 0 0,-1 1-1 0 0,1-1 1 0 0,0 1-1 0 0,1-1 1 0 0,-1 0-1 0 0,1 1 1 0 0,1 5-1 0 0,7 41 1285 0 0,-4-7 9694 0 0,0-69-10971 0 0,16-76-142 0 0,-13 70-186 0 0,-6 26 123 0 0,-1 4 82 0 0,-1 0-1 0 0,1 0 1 0 0,0 0-1 0 0,0 0 1 0 0,-1 0-1 0 0,1 0 0 0 0,1 1 1 0 0,-1-1-1 0 0,0 0 1 0 0,0 0-1 0 0,1 1 1 0 0,-1-1-1 0 0,1 1 1 0 0,-1 0-1 0 0,1-1 0 0 0,2 0 1 0 0,19-18-840 0 0,-17 16-208 0 0,2-2-232 0 0,17-7 58 0 0,25-13-8923 0 0,-44 23 4637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03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0 684 0 0,'0'0'17172'0'0,"10"15"-16712"0"0,32 44-44 0 0,-41-58-385 0 0,0 1 0 0 0,1-1 0 0 0,-1 1 0 0 0,0-1-1 0 0,0 1 1 0 0,0 0 0 0 0,0-1 0 0 0,-1 1-1 0 0,1 0 1 0 0,0 0 0 0 0,0 3 0 0 0,2 4 89 0 0,-2-6-52 0 0,0 0-1 0 0,0 1 1 0 0,0-1 0 0 0,0 1-1 0 0,-1-1 1 0 0,0 1 0 0 0,1-1-1 0 0,-1 1 1 0 0,-1-1 0 0 0,0 7-1 0 0,-1 38 38 0 0,2-36-153 0 0,0-2-191 0 0,0 30-181 0 0,0-30-179 0 0,-3-2-191 0 0,-7 26-264 0 0,8-25-452 0 0,-24 22-10497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03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1224 0 0,'0'0'14479'0'0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04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1 1776 0 0,'0'0'15870'0'0,"-18"9"-15675"0"0,-58 29-66 0 0,74-38-125 0 0,1 1 0 0 0,-1-1 0 0 0,1 1-1 0 0,-1-1 1 0 0,1 1 0 0 0,0 0 0 0 0,-1 0 0 0 0,1 0-1 0 0,0 0 1 0 0,-1 0 0 0 0,1 0 0 0 0,0 0 0 0 0,0 0-1 0 0,0 0 1 0 0,-2 3 0 0 0,-12 21-3 0 0,11-18-39 0 0,2 1-59 0 0,-1 0 77 0 0,2-5 1 0 0,0 0-1 0 0,0 0 0 0 0,0 0 0 0 0,0 0 1 0 0,0 0-1 0 0,1 0 0 0 0,-1 0 0 0 0,1 5 1 0 0,5 5-32 0 0,16 39 10 0 0,-20-49 38 0 0,-1-1 0 0 0,1 1 1 0 0,0 0-1 0 0,1 0 0 0 0,-1-1 0 0 0,0 1 0 0 0,1-1 0 0 0,-1 1 0 0 0,1-1 0 0 0,0 1 0 0 0,0-1 0 0 0,0 0 0 0 0,2 2 0 0 0,2 2-5 0 0,48 54-65 0 0,-43-49 61 0 0,9 16-4 0 0,-3-2 12 0 0,1-2 42 0 0,-13-18 90 0 0,-5-4-123 0 0,0 0 0 0 0,0 0 1 0 0,0 0-1 0 0,0 0 0 0 0,0 0 1 0 0,0 0-1 0 0,1 0 1 0 0,-1 0-1 0 0,0 0 0 0 0,1 0 1 0 0,-1 0-1 0 0,0 0 0 0 0,1-1 1 0 0,-1 1-1 0 0,1 0 1 0 0,0 0-1 0 0,-1-1 0 0 0,1 1 1 0 0,1 1-1 0 0,-1-1 60 0 0,-1-1 0 0 0,1 1-1 0 0,0 0 1 0 0,-1-1 0 0 0,1 1-1 0 0,-1 0 1 0 0,1 0 0 0 0,-1 0 0 0 0,1 0-1 0 0,-1-1 1 0 0,1 1 0 0 0,-1 0 0 0 0,0 0-1 0 0,1 0 1 0 0,-1 0 0 0 0,0 0 0 0 0,0 0-1 0 0,0 0 1 0 0,0 2 0 0 0,-9 7 111 0 0,-26 30-22 0 0,19-26-36 0 0,-11 2-66 0 0,20-13-98 0 0,-2 0-133 0 0,-25 9-164 0 0,25-9-179 0 0,0-1-2951 0 0,-26 3 668 0 0,27-4-1795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04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1472 0 0,'0'0'19940'0'0,"5"16"-19705"0"0,13 52-145 0 0,-14-52-201 0 0,-6 44-1497 0 0,1-48 654 0 0,-1-3-2077 0 0,-6 27 12 0 0,5-27-1906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04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88 2092 0 0,'0'0'8278'0'0,"-2"-14"-6293"0"0,-5-45-125 0 0,5 45 9513 0 0,-4 37-11562 0 0,1 5 71 0 0,0-2-344 0 0,-16 45 0 0 0,19-59 198 0 0,1-6 82 0 0,0-1-1 0 0,0 0 1 0 0,-1 0 0 0 0,0 0-1 0 0,0 0 1 0 0,0-1-1 0 0,0 1 1 0 0,-5 5-1 0 0,-6 16-489 0 0,-20 38-3128 0 0,7-19-5376 0 0,3-9 4225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08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22 176 816 0 0,'0'0'6953'0'0,"-3"-11"-6105"0"0,-12-31-95 0 0,11 31 3724 0 0,31 133-3943 0 0,-18-67-153 0 0,-9-45-309 0 0,1-1 129 0 0,0 2-14 0 0,3 35-18 0 0,-3-35-11 0 0,-1-2-7 0 0,-1 26-3 0 0,1-26 728 0 0,0 0-698 0 0,-2 27 52 0 0,2-27 3317 0 0,-5-38-3425 0 0,-13-87-11 0 0,17 113-101 0 0,1-1 0 0 0,-1 0-1 0 0,0 1 1 0 0,1-1 0 0 0,0 0 0 0 0,0 1 0 0 0,0-1-1 0 0,0 0 1 0 0,1-5 0 0 0,9-33 83 0 0,2 1 0 0 0,2 0-1 0 0,35-74 1 0 0,-40 103-83 0 0,10-11-10 0 0,-14 18-35 0 0,1 2-43 0 0,0 2 33 0 0,-4 0 4 0 0,0 1 0 0 0,0-1 0 0 0,0 1 0 0 0,0-1 0 0 0,0 0 0 0 0,0 1 0 0 0,0-1 0 0 0,0 0 0 0 0,0 0 0 0 0,-1-1 0 0 0,4-1 0 0 0,10 11-178 0 0,2-1 136 0 0,-7-3 10 0 0,-2 0 1 0 0,1 1 0 0 0,0 0 0 0 0,-1 0 0 0 0,12 10 0 0 0,24 18-442 0 0,-4 0-18 0 0,12 18-224 0 0,-48-47 528 0 0,0 2-199 0 0,13 15 241 0 0,-13-16 10 0 0,10-14-99 0 0,40-25 353 0 0,-40 25 316 0 0,-11 4-187 0 0,12-17-4 0 0,-11 16 875 0 0,4 18-1024 0 0,2 1-36 0 0,24 38 26 0 0,0 16 100 0 0,-26-53-106 0 0,36 55-26 0 0,-43-66-23 0 0,1 1-1 0 0,0-1 0 0 0,0-1 0 0 0,0 1 1 0 0,1 0-1 0 0,-1 0 0 0 0,1-1 1 0 0,-1 1-1 0 0,1-1 0 0 0,6 4 0 0 0,-1 0-13 0 0,-6-4 10 0 0,1 1 0 0 0,0 0 0 0 0,-1-1 0 0 0,1 0 0 0 0,0 0 0 0 0,0 0 0 0 0,1 0 0 0 0,-1 0 0 0 0,0 0 0 0 0,4 1 0 0 0,3 0-22 0 0,-6 1 7 0 0,1-1 0 0 0,0-1 1 0 0,1 1-1 0 0,-1-1 1 0 0,0 0-1 0 0,7 2 0 0 0,-1-1-8 0 0,10 1-74 0 0,47-2-90 0 0,-56-1 172 0 0,-7 0 11 0 0,0-1 0 0 0,1 0-1 0 0,-1 0 1 0 0,0 0 0 0 0,0-1-1 0 0,0 1 1 0 0,10-4 0 0 0,-2 3-9 0 0,-5 0 10 0 0,-1 0 0 0 0,0 0-1 0 0,0-1 1 0 0,0 0 0 0 0,12-5-1 0 0,-5 3 3 0 0,-6 2 3 0 0,0 0 0 0 0,0-1-1 0 0,-1 0 1 0 0,13-7 0 0 0,-8 5 8 0 0,-4 2 15 0 0,0 0 0 0 0,0-1 0 0 0,-1 0 0 0 0,1-1 1 0 0,-1 0-1 0 0,0 0 0 0 0,10-9 0 0 0,-9 8 28 0 0,-5 3-14 0 0,0 1 0 0 0,0 0 0 0 0,0-1 0 0 0,0 0 1 0 0,-1 0-1 0 0,1 0 0 0 0,-1 0 0 0 0,1 0 0 0 0,1-3 0 0 0,37-57 755 0 0,-37 56-409 0 0,-3 0 46 0 0,5-23 50 0 0,-5 23 1137 0 0,-1-3-1025 0 0,-2-29 7 0 0,1 29 3209 0 0,7 5-5416 0 0,17-13 1928 0 0,-17 14 3003 0 0,-13-6-4892 0 0,-21-28 1565 0 0,21 29 8 0 0,12 35-1273 0 0,16 78 1093 0 0,-16-77-1 0 0,-3-27 165 0 0,0 0-1 0 0,1 0 1 0 0,-1 1 0 0 0,0 0 0 0 0,0-1 0 0 0,0 1 0 0 0,0 0 0 0 0,0 0 0 0 0,0 0 0 0 0,0 0 0 0 0,3 3 0 0 0,0-1-33 0 0,2 0-114 0 0,3-2 16 0 0,33 4 7 0 0,-32-4 3 0 0,0-2 18 0 0,1 1 85 0 0,-7 0 15 0 0,0 0 1 0 0,-1-1 0 0 0,1 1 0 0 0,0-1 0 0 0,0 0-1 0 0,-1 0 1 0 0,1 0 0 0 0,-1-1 0 0 0,6-1 0 0 0,28-11-47 0 0,-28 11 4 0 0,-4-2 13 0 0,19-13 4 0 0,-19 13 40 0 0,-2-1 51 0 0,15-18 44 0 0,-15 18 41 0 0,0 0 31 0 0,9-17 24 0 0,-9 17 1093 0 0,-3-2-1024 0 0,5-25-30 0 0,-5 24 711 0 0,4 31-911 0 0,2 3-11 0 0,70 244 35 0 0,-24-145-331 0 0,131 218 0 0 0,-169-312 227 0 0,-13-23 52 0 0,0-1 195 0 0,-9 4-106 0 0,-20 31-11 0 0,26-40-64 0 0,1-1 0 0 0,0 1 0 0 0,0 0 0 0 0,-1-1-1 0 0,1 1 1 0 0,-1-1 0 0 0,1 1 0 0 0,0-1 0 0 0,-1 1 0 0 0,1-1 0 0 0,-1 1 0 0 0,1-1 0 0 0,-1 1 0 0 0,0-1 0 0 0,1 1 0 0 0,-1-1 0 0 0,1 0 0 0 0,-1 1 0 0 0,0-1 0 0 0,1 0-1 0 0,-1 0 1 0 0,0 0 0 0 0,1 1 0 0 0,-1-1 0 0 0,0 0 0 0 0,0 0 0 0 0,1 0 0 0 0,-1 0 0 0 0,0 0 0 0 0,1 0 0 0 0,-2 0 0 0 0,-71 2 100 0 0,55-1-98 0 0,7 0-17 0 0,0-1 0 0 0,0 0 0 0 0,0-1 0 0 0,0 0 0 0 0,-11-2 0 0 0,-23-2-19 0 0,-8-1-1112 0 0,-93-21 1 0 0,102 10-823 0 0,37 14 702 0 0,1-3-235 0 0,-15-15-474 0 0,16 15-1382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09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1 157 444 0 0,'0'0'16221'0'0,"17"-11"-15369"0"0,51-32-160 0 0,-66 41-638 0 0,0 1-1 0 0,1-1 1 0 0,0 0-1 0 0,-1 1 1 0 0,1 0 0 0 0,0 0-1 0 0,0 0 1 0 0,0 0-1 0 0,4-1 1 0 0,183-44 214 0 0,-85 24-2087 0 0,-66 15 68 0 0,-5 1-1978 0 0,-4 0-706 0 0,-23 4 340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2:45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88 15405 0 0,'0'0'2392'0'0,"-2"-14"-2198"0"0,-6-45-35 0 0,5 44 293 0 0,-2 40-2452 0 0,-4 4 1777 0 0,2-5-238 0 0,2 0 1 0 0,-5 31 0 0 0,6-26-824 0 0,3-22-1256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2:46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1372 0 0,'0'0'14058'0'0,"5"17"-14371"0"0,2 1 185 0 0,-3-8-36 0 0,-1 0 1 0 0,1 0-1 0 0,-2 0 1 0 0,0 1-1 0 0,1 10 1 0 0,-2-11-133 0 0,-1-5 76 0 0,0-1 0 0 0,1 0 1 0 0,-1 1-1 0 0,1-1 0 0 0,0 0 0 0 0,0 0 1 0 0,1 1-1 0 0,1 3 0 0 0,-1 1-414 0 0,3 9-165 0 0,8 5-3583 0 0,13 16 1055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26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69 1004 0 0,'0'0'4223'0'0,"-2"-11"-2927"0"0,-8-35-106 0 0,8 35 6002 0 0,9 33-7152 0 0,25 70-130 0 0,-20-51-220 0 0,-12-30 208 0 0,-1-2-22 0 0,2-1-354 0 0,0 3-141 0 0,6 32-143 0 0,-6-33-158 0 0,0-3-265 0 0,4 22-771 0 0,-4-21-1223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26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1 424 0 0,'0'0'12332'0'0,"17"8"-12382"0"0,50 23-187 0 0,-66-31 218 0 0,0 0 0 0 0,0 0 0 0 0,0 1 0 0 0,0-1 0 0 0,0 0 0 0 0,0 1 1 0 0,0-1-1 0 0,0 1 0 0 0,0-1 0 0 0,0 1 0 0 0,0-1 0 0 0,-1 1 0 0 0,1 0 0 0 0,0-1 0 0 0,0 1 0 0 0,-1 0 0 0 0,1 0 0 0 0,0 0 0 0 0,-1-1 0 0 0,1 1 0 0 0,0 2 0 0 0,29 66-2150 0 0,-14-26-2715 0 0,-13-36 2073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28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67 628 0 0,'0'0'6221'0'0,"-7"-10"-5208"0"0,-19-30-96 0 0,19 30 1883 0 0,-41 4-1807 0 0,38 5 91 0 0,-2 9-828 0 0,-40 26-50 0 0,40-26-48 0 0,6-2-49 0 0,-18 17-35 0 0,18-17-54 0 0,2 2-56 0 0,-2-1 12 0 0,4-5 9 0 0,1 0 1 0 0,-1 1-1 0 0,0-1 0 0 0,1 1 0 0 0,-1 0 0 0 0,1-1 0 0 0,0 1 1 0 0,-1 0-1 0 0,1 0 0 0 0,1 0 0 0 0,-2 5 0 0 0,-4 19-115 0 0,4-21-9 0 0,3 6 10 0 0,3 33 13 0 0,-3-33 7 0 0,3-1 5 0 0,-1 2 71 0 0,-1-7 16 0 0,-1 0 0 0 0,1-1 0 0 0,0 1-1 0 0,0-1 1 0 0,0 0 0 0 0,1 0-1 0 0,5 9 1 0 0,18 31-133 0 0,3 1 34 0 0,31 65-28 0 0,-57-104 435 0 0,-4 2-163 0 0,-4 38 297 0 0,-2-40-341 0 0,-60 47 8 0 0,61-50-240 0 0,0 0-143 0 0,-20 10-170 0 0,20-10-207 0 0,0 0-1419 0 0,-20 13 137 0 0,20-13-1211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29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1 392 0 0,'0'0'14799'0'0,"12"14"-14441"0"0,35 45-31 0 0,-33-37-40 0 0,-10-13-188 0 0,6 28 555 0 0,-4-1-468 0 0,-4-27 1152 0 0,-1-1-1034 0 0,2 22 24 0 0,-2-22 3794 0 0,4-31-4001 0 0,15-68-9 0 0,-15 68 73 0 0,-1 15-113 0 0,9-22-14 0 0,-10 22 54 0 0,2 4-104 0 0,13-15-6 0 0,-13 14-11 0 0,12 13-497 0 0,50 21 368 0 0,-50-22-13 0 0,-13-2-436 0 0,15 14 506 0 0,-15-14 244 0 0,6-12-154 0 0,29-23 4 0 0,-29 23 10 0 0,-5 2-20 0 0,14-13-17 0 0,-14 13-3 0 0,1 5-52 0 0,-1 0 63 0 0,1 0 0 0 0,-1 0 1 0 0,0 1-1 0 0,1 0 1 0 0,-1 0-1 0 0,9 3 1 0 0,0 0-16 0 0,-1-2-105 0 0,-5 4-135 0 0,22 18-1687 0 0,35 38-1 0 0,-44-37-844 0 0,-1-8-4197 0 0,4 5 2278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29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82 872 0 0,'0'0'8584'0'0,"-3"-13"-7341"0"0,-9-42-113 0 0,9 42 2769 0 0,-11 16-4463 0 0,-45 12-17 0 0,45-12-207 0 0,4 3-1494 0 0,-31 17 112 0 0,31-17-1368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30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28 452 0 0,'11'-4'1069'0'0,"33"-15"-41"0"0,-33 15 1707 0 0,1 6-1934 0 0,46 7 1345 0 0,-53-1-1430 0 0,13 27-4 0 0,-13-26 662 0 0,-10 4-723 0 0,-14 41-31 0 0,18-52-580 0 0,1-1 1 0 0,-1 1 0 0 0,1-1-1 0 0,-1 1 1 0 0,1-1-1 0 0,-1 0 1 0 0,0 1-1 0 0,1-1 1 0 0,-1 0 0 0 0,0 0-1 0 0,0 1 1 0 0,0-1-1 0 0,-1 1 1 0 0,-5 6 133 0 0,4-5-60 0 0,0 1 1 0 0,-1 0-1 0 0,1-1 1 0 0,-1 0-1 0 0,0 0 0 0 0,-8 5 1 0 0,0 3 66 0 0,4-5-59 0 0,1 0 0 0 0,-1 0-1 0 0,0-1 1 0 0,0 0 0 0 0,0 0 0 0 0,-1-1 0 0 0,-13 5 0 0 0,-48 17 476 0 0,61-22-511 0 0,5-2-30 0 0,-1 0 1 0 0,1 0-1 0 0,-1-1 0 0 0,1 0 1 0 0,-1 0-1 0 0,-9 2 0 0 0,-16 1 159 0 0,23-2 371 0 0,24-22-1046 0 0,-4 3 428 0 0,-3 4 10 0 0,0 1-1 0 0,0 1 1 0 0,1-1 0 0 0,1 1 0 0 0,0 1-1 0 0,0 0 1 0 0,1 1 0 0 0,0 1 0 0 0,17-9-1 0 0,26-8-44 0 0,2 2-1 0 0,0 3 0 0 0,1 2 1 0 0,1 3-1 0 0,0 3 0 0 0,1 2 1 0 0,0 3-1 0 0,0 3 0 0 0,1 2 1 0 0,-1 3-1 0 0,86 12 0 0 0,-114-8 54 0 0,48 11-21 0 0,-61-12 33 0 0,0 0-6 0 0,37 14 0 0 0,-53-17-3 0 0,3 4 4 0 0,17 11 7 0 0,-18-11 22 0 0,-15 9-337 0 0,-27 45-83 0 0,35-57 348 0 0,0 0-1 0 0,0 0 0 0 0,-1 0 1 0 0,1 0-1 0 0,0 0 1 0 0,-1-1-1 0 0,1 1 1 0 0,-1-1-1 0 0,0 1 1 0 0,1-1-1 0 0,-3 2 1 0 0,-8 7-205 0 0,6-5-89 0 0,0 0 0 0 0,-1 0 0 0 0,0 0 0 0 0,-14 6 0 0 0,12-5-276 0 0,-5 3-268 0 0,-11 2-3564 0 0,-18 7 1019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31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1 224 0 0,'0'0'12050'0'0,"-7"17"-11680"0"0,-28 78 335 0 0,32-84-623 0 0,-6 13 183 0 0,-2 0 1 0 0,0-1 0 0 0,-21 34-1 0 0,24-49-186 0 0,5-4-38 0 0,1-1 0 0 0,-1 1 0 0 0,0 0 0 0 0,1-1 0 0 0,0 1 0 0 0,0 0-1 0 0,0 0 1 0 0,-2 8 0 0 0,-19 54 794 0 0,21-60-307 0 0,13-1-434 0 0,33 15-1 0 0,-33-15 15 0 0,49-7-383 0 0,-48 1-94 0 0,3-3-952 0 0,1 1 1020 0 0,-8 2 22 0 0,0-1 0 0 0,-1 0 0 0 0,1 0-1 0 0,-1-1 1 0 0,0 0 0 0 0,10-5 0 0 0,-9 4-371 0 0,4-1-283 0 0,9-6-3611 0 0,16-8 1029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31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1 188 0 0,'0'0'3318'0'0,"17"1"-2335"0"0,53 3-69 0 0,-53-3-74 0 0,-10 2-65 0 0,23 9-60 0 0,-22-9 564 0 0,-3 2-708 0 0,0 1-339 0 0,-3-4-11 0 0,0 0-1 0 0,-1 0 1 0 0,1 0 0 0 0,0 0 0 0 0,0 0 0 0 0,0-1 0 0 0,0 1-1 0 0,1-1 1 0 0,2 2 0 0 0,-3 5 160 0 0,1-1-254 0 0,-2-5-33 0 0,0 1 0 0 0,0-1 1 0 0,0 1-1 0 0,0-1 0 0 0,-1 1 0 0 0,1-1 1 0 0,-1 1-1 0 0,0 5 0 0 0,-8 3-587 0 0,-26 32-202 0 0,25-32-357 0 0,1-9-4448 0 0,-32 8 2329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31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20 103 504 0 0,'0'0'1400'0'0,"2"-12"-105"0"0,2-3-811 0 0,2-10-75 0 0,-6-9 3819 0 0,1 33-4160 0 0,-1 1 0 0 0,0-1 0 0 0,0 0 0 0 0,0 1 0 0 0,1-1-1 0 0,-1 0 1 0 0,0 1 0 0 0,0-1 0 0 0,0 0 0 0 0,0 1 0 0 0,0-1 0 0 0,-1 0 0 0 0,1 1 0 0 0,0-1-1 0 0,0 1 1 0 0,0-1 0 0 0,0 0 0 0 0,-1 1 0 0 0,1-1 0 0 0,0 0 0 0 0,-1 1 0 0 0,1-1 0 0 0,0 1-1 0 0,-1-1 1 0 0,0 0 0 0 0,-6 20 350 0 0,-7 53-922 0 0,12-58 654 0 0,-3 12-325 0 0,6-13 24 0 0,0 2 106 0 0,-1-8 15 0 0,0 1 1 0 0,1-1-1 0 0,0 0 0 0 0,1 1 1 0 0,4 13-1 0 0,-4-9 7 0 0,13 33-37 0 0,6 6 108 0 0,0 4 123 0 0,3 12 329 0 0,-22-60 293 0 0,0 1-500 0 0,8 33 1919 0 0,-28 6-2363 0 0,15-37-180 0 0,-3-6-4033 0 0,-15 15 1076 0 0,16-14 248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33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0 101 676 0 0,'0'0'14222'0'0,"7"15"-13843"0"0,2 3-262 0 0,-4-9-27 0 0,0 0 1 0 0,-1 1-1 0 0,0-1 1 0 0,-1 1-1 0 0,3 11 1 0 0,-3-12 11 0 0,6 31 577 0 0,-3 0-459 0 0,-4-30-22 0 0,-1-3-15 0 0,4 20-12 0 0,-3-20 977 0 0,-2 1-907 0 0,2 28 31 0 0,-1-27 4444 0 0,4-31-4563 0 0,14-64-17 0 0,-8 44 26 0 0,-5 32-139 0 0,-1 2 10 0 0,-1 0 8 0 0,9-18 61 0 0,2 2 1 0 0,1-3-35 0 0,-13 21-10 0 0,2-1-8 0 0,15-18-15 0 0,-16 19 17 0 0,3 2-43 0 0,17-10-9 0 0,-18 10 4 0 0,10 11-8 0 0,49 20 4 0 0,-48-21 7 0 0,-11-1-10 0 0,17 11 4 0 0,-17-11 17 0 0,-5-5-18 0 0,0 0 0 0 0,0 0 0 0 0,0 0 0 0 0,0 1-1 0 0,0-1 1 0 0,0 0 0 0 0,0 1 0 0 0,0-1 0 0 0,0 1 0 0 0,-1-1 0 0 0,1 1 0 0 0,0 0 0 0 0,0-1 0 0 0,0 1 0 0 0,-1 0-1 0 0,1-1 1 0 0,0 1 0 0 0,0 1 0 0 0,0-1 10 0 0,-1 0 1 0 0,1-1-1 0 0,-1 1 0 0 0,1 0 0 0 0,0-1 1 0 0,-1 1-1 0 0,1-1 0 0 0,0 1 0 0 0,-1-1 1 0 0,1 1-1 0 0,0-1 0 0 0,0 1 0 0 0,-1-1 1 0 0,1 0-1 0 0,0 1 0 0 0,0-1 0 0 0,0 0 1 0 0,-1 0-1 0 0,1 0 0 0 0,0 0 0 0 0,0 0 1 0 0,1 0-1 0 0,10-5-7 0 0,35-17-9 0 0,-35 16 0 0 0,-6 2-29 0 0,20-11 13 0 0,-20 11-15 0 0,3 10-718 0 0,26 19 558 0 0,-26-18-5 0 0,-4-1-14 0 0,1 2 143 0 0,-4-5 32 0 0,0 1 0 0 0,0-1 0 0 0,0 0 0 0 0,1 0 0 0 0,0 0 0 0 0,0-1 1 0 0,0 1-1 0 0,3 2 0 0 0,-1 0-32 0 0,-4-3 44 0 0,1 0 0 0 0,0 0 1 0 0,0 0-1 0 0,-1-1 0 0 0,1 1 0 0 0,0 0 0 0 0,1-1 0 0 0,-1 0 0 0 0,0 0 0 0 0,0 1 1 0 0,0-1-1 0 0,5 1 0 0 0,1 3-44 0 0,-4-3 26 0 0,1 1 0 0 0,-1-1 0 0 0,0 0-1 0 0,1-1 1 0 0,0 1 0 0 0,-1-1 0 0 0,7 1 0 0 0,57 16-383 0 0,-21-10 175 0 0,1-1-1 0 0,0-2 0 0 0,0-3 0 0 0,75-4 1 0 0,-76-7 139 0 0,-38 7 162 0 0,-1-2 31 0 0,-1-1-34 0 0,-5 4-10 0 0,1-1-1 0 0,-1 0 1 0 0,1 1 0 0 0,-1-1 0 0 0,1 1 0 0 0,-1 0 0 0 0,1 0-1 0 0,0 0 1 0 0,-1 0 0 0 0,6 0 0 0 0,-5-8 108 0 0,10-24 1 0 0,-10 25 10 0 0,-4-37 206 0 0,1 36 34 0 0,-3-3-194 0 0,-10-34 23 0 0,9 35 28 0 0,0 4-3 0 0,-12-18-20 0 0,12 19 307 0 0,-2 2-400 0 0,-17-12-28 0 0,17 12-53 0 0,-12 11-567 0 0,-53 25 177 0 0,49-20-86 0 0,6 5-66 0 0,12-13-32 0 0,0 3 0 0 0,-11 19 20 0 0,11-20 30 0 0,4 3-354 0 0,-3 34 131 0 0,13-35-315 0 0,30 23 815 0 0,-31-23 18 0 0,-7-8 160 0 0,0-1 0 0 0,-1 1 0 0 0,1 0 0 0 0,0 0 0 0 0,0 0 0 0 0,-1 0 0 0 0,1 0 0 0 0,0 0 0 0 0,0 0 0 0 0,-1 1 1 0 0,1-1-1 0 0,0 1 0 0 0,2 0 0 0 0,-1 0-5 0 0,0 0 0 0 0,0 0 0 0 0,0 0 1 0 0,0-1-1 0 0,1 0 0 0 0,-1 1 1 0 0,0-1-1 0 0,0 0 0 0 0,0-1 0 0 0,0 1 1 0 0,1 0-1 0 0,5-3 0 0 0,7 0 29 0 0,-7 1 11 0 0,-1 0-1 0 0,0 1 1 0 0,1 0 0 0 0,12 1 0 0 0,-11-4 76 0 0,32-10 43 0 0,-32 10 42 0 0,-2 1 57 0 0,24-11 40 0 0,-24 11 62 0 0,-3-1 53 0 0,17-11 79 0 0,-17 11 1201 0 0,1-1-1034 0 0,21-19 6273 0 0,-11 29-10130 0 0,45 13 3074 0 0,-46-14 17 0 0,-11-4-8 0 0,1 0 115 0 0,-1-1 0 0 0,1 1-1 0 0,-1-1 1 0 0,1 0 0 0 0,8-3 0 0 0,-2 1-4 0 0,-1 1-38 0 0,-2-3 27 0 0,2 1 31 0 0,26-17-3 0 0,-13 4 31 0 0,-17 13 25 0 0,-1-1 22 0 0,16-17 39 0 0,-15 17 240 0 0,-3-1-132 0 0,13-15-2 0 0,-13 16 1199 0 0,9 15-3968 0 0,34 31 2632 0 0,-35-30-10 0 0,-7-4-7 0 0,0 2-40 0 0,16 26 65 0 0,-14-29-70 0 0,-4-3-8 0 0,1 0-1 0 0,-1 0 1 0 0,0 0 0 0 0,0 0 0 0 0,0 0 0 0 0,-1 1-1 0 0,1-1 1 0 0,1 4 0 0 0,42 98-460 0 0,-42-99 23 0 0,-1 1-839 0 0,9 21 448 0 0,-8-21-142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33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97 812 0 0,'0'0'3316'0'0,"-2"-16"-1616"0"0,-7-65 16304 0 0,19 105-17604 0 0,2 2-245 0 0,12 25 565 0 0,25 83 0 0 0,37 102 868 0 0,-40-129-858 0 0,-44-105-702 0 0,-1 0 0 0 0,0 0 0 0 0,0 1 0 0 0,0-1 0 0 0,0 1 0 0 0,0-1 0 0 0,-1 1 0 0 0,1-1 0 0 0,-1 1 0 0 0,0-1 0 0 0,0 1 0 0 0,0 3 0 0 0,0 2 41 0 0,2 0 137 0 0,-1 1 15 0 0,2 0-61 0 0,2 8-123 0 0,-4 1 3269 0 0,-17-35-3082 0 0,9 11-220 0 0,1-1 0 0 0,0 0 0 0 0,0 0 0 0 0,0 0 0 0 0,1-1-1 0 0,0 0 1 0 0,1 0 0 0 0,-7-17 0 0 0,10 19-4 0 0,1 1 0 0 0,0 0 0 0 0,0 0 0 0 0,0 0 0 0 0,0 0 0 0 0,1 0 0 0 0,0 0 0 0 0,0 0 0 0 0,1 0 0 0 0,-1 0 0 0 0,1 0 0 0 0,0 1 0 0 0,0-1 0 0 0,1 1 0 0 0,5-9 0 0 0,-5 8 0 0 0,0 1 0 0 0,1-1 0 0 0,0 1 0 0 0,-1 0 0 0 0,2 0 0 0 0,-1 0 0 0 0,5-3 0 0 0,-8 6 0 0 0,13-11-72 0 0,-5 5-49 0 0,-1 1-1 0 0,1-1 1 0 0,1 1 0 0 0,-1 1 0 0 0,1 0 0 0 0,18-7 0 0 0,59-18-2578 0 0,-55 21-959 0 0,42-5-1 0 0,-65 13-416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33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0 152 588 0 0,'0'0'15922'0'0,"21"-7"-15282"0"0,93-29 434 0 0,47-6 433 0 0,-90 23-1053 0 0,-43 12-530 0 0,56-7 0 0 0,70-6-1983 0 0,-145 19 1045 0 0,2 0-435 0 0,33-2-1423 0 0,-33 2-1912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34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91 16369 0 0,'0'0'6555'0'0,"22"-4"-6419"0"0,4-3-102 0 0,0 1-12 0 0,44-5-1 0 0,0 2-431 0 0,126-25-4672 0 0,-188 32 3352 0 0,1-1-1256 0 0,28-8-1908 0 0,-28 8 375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36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1 244 0 0,'0'0'3176'0'0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38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1 154 8 0 0,'0'0'13305'0'0,"23"-9"-12989"0"0,76-26-4 0 0,-47 19 199 0 0,103-19-1 0 0,-114 27-371 0 0,306-36 855 0 0,-288 41-1234 0 0,-50 3-12 0 0,0-1-1385 0 0,27-1 1107 0 0,-28 2-71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38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1252 0 0,'0'0'14187'0'0,"26"-3"-13820"0"0,112-14 254 0 0,-86 10-152 0 0,-1-1 71 0 0,-40 5-807 0 0,7-1 437 0 0,-10 3-3776 0 0,3 1-3365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4:21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1 864 0 0,'0'0'10759'0'0,"0"28"-10404"0"0,-14 229 530 0 0,-31-28-132 0 0,23-132-511 0 0,-9 81-155 0 0,11-15-2184 0 0,19-152 926 0 0,1-1-838 0 0,0 29-1271 0 0,0-29 248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4:22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0 343 200 0 0,'4'-14'1053'0'0,"1"-7"-627"0"0,1-1-1 0 0,1 1 1 0 0,1 1-1 0 0,0 0 0 0 0,2 0 1 0 0,0 0-1 0 0,18-23 0 0 0,-13 27-94 0 0,0 1 0 0 0,1 0 0 0 0,0 1 0 0 0,2 1 0 0 0,-1 1 0 0 0,33-17 0 0 0,-46 26-252 0 0,1 1 0 0 0,0-1 0 0 0,-1 1 1 0 0,1 0-1 0 0,0 1 0 0 0,0-1 1 0 0,0 1-1 0 0,7-1 0 0 0,1 0 47 0 0,-10 0-84 0 0,0 1-1 0 0,0 0 1 0 0,1 0 0 0 0,-1 0-1 0 0,0 1 1 0 0,1-1-1 0 0,-1 1 1 0 0,0 0 0 0 0,1-1-1 0 0,-1 2 1 0 0,1-1 0 0 0,4 1-1 0 0,2 0 53 0 0,-1-1 156 0 0,4 3-31 0 0,40 10-25 0 0,-50-13-176 0 0,0 1 0 0 0,-1-1-1 0 0,1 1 1 0 0,0-1 0 0 0,-1 1-1 0 0,1 0 1 0 0,0 0 0 0 0,-1 0 0 0 0,1 1-1 0 0,-1-1 1 0 0,0 1 0 0 0,1-1-1 0 0,-1 1 1 0 0,3 3 0 0 0,2 0 25 0 0,0 0 78 0 0,-2-1-5 0 0,16 15-10 0 0,-15-14 164 0 0,-9 52 59 0 0,-6-47-261 0 0,-1 2-46 0 0,5-4-1 0 0,-1-1-1 0 0,0 0 1 0 0,-1 0-1 0 0,-10 8 1 0 0,-149 145-1842 0 0,162-156 1712 0 0,-6 6-312 0 0,-14 16-3417 0 0,-8 10 1381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4:22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0 487 964 0 0,'0'0'8538'0'0,"8"-9"-8129"0"0,-1-2-288 0 0,-5 6-65 0 0,1 1 1 0 0,-1 0-1 0 0,1 0 0 0 0,0 1 1 0 0,0-1-1 0 0,1 1 1 0 0,-1-1-1 0 0,1 1 1 0 0,6-4-1 0 0,29-24 508 0 0,-30 24-480 0 0,26-25 324 0 0,-6 3-215 0 0,-3 4 205 0 0,-1-1 0 0 0,-1-1 0 0 0,33-51 0 0 0,-29 32 36 0 0,-22 36-364 0 0,13-30 299 0 0,6-28 806 0 0,-22 61 982 0 0,-21 20-3088 0 0,-54 37 628 0 0,54-37-13 0 0,30 0-1389 0 0,32 39 1502 0 0,-44-51 196 0 0,1 0 0 0 0,-1 0 1 0 0,1 0-1 0 0,-1 0 0 0 0,1-1 0 0 0,-1 1 0 0 0,1 0 1 0 0,0-1-1 0 0,-1 1 0 0 0,1 0 0 0 0,0-1 0 0 0,-1 1 1 0 0,1-1-1 0 0,0 1 0 0 0,0-1 0 0 0,0 1 1 0 0,-1-1-1 0 0,1 1 0 0 0,0-1 0 0 0,0 0 0 0 0,0 0 1 0 0,0 1-1 0 0,0-1 0 0 0,0 0 0 0 0,0 0 0 0 0,1 0 1 0 0,58 1-307 0 0,10-3 52 0 0,-56 1 228 0 0,41-6-74 0 0,-41 6 101 0 0,-5 0 10 0 0,0 0 0 0 0,-1-1 1 0 0,1 0-1 0 0,10-4 0 0 0,34-10 131 0 0,-22 7-3 0 0,-23 6 306 0 0,-1 1-108 0 0,1-1-5 0 0,8-2-298 0 0,-1 4 5863 0 0,-13 12-5729 0 0,7 35-11 0 0,-7-35-22 0 0,-3 0-22 0 0,-4 34-16 0 0,4-34-31 0 0,2 2-63 0 0,-1 1-9 0 0,0-7-6 0 0,0-1 0 0 0,1 1 0 0 0,-1-1 0 0 0,1 1 1 0 0,1-1-1 0 0,2 9 0 0 0,17 57-598 0 0,-20-69 578 0 0,-1-1-1 0 0,1 1 1 0 0,0 0-1 0 0,1 0 1 0 0,-1 0-1 0 0,0 0 0 0 0,1-1 1 0 0,0 1-1 0 0,-1-1 1 0 0,1 1-1 0 0,4 3 1 0 0,0 1-54 0 0,-4-4 34 0 0,0 1-1 0 0,1-1 1 0 0,-1 0-1 0 0,0 0 1 0 0,1 0-1 0 0,0 0 1 0 0,5 4-1 0 0,-1-1-30 0 0,-5-4 56 0 0,0 0 1 0 0,-1 0-1 0 0,1 0 0 0 0,1 0 1 0 0,-1 0-1 0 0,0 0 1 0 0,0-1-1 0 0,1 1 0 0 0,-1-1 1 0 0,1 0-1 0 0,3 2 1 0 0,1 0-44 0 0,-4-1 51 0 0,-1-1 0 0 0,0 1 0 0 0,1-1 0 0 0,-1 0 0 0 0,1 0 0 0 0,-1 0-1 0 0,1 0 1 0 0,0 0 0 0 0,-1 0 0 0 0,1-1 0 0 0,0 1 0 0 0,4-1 0 0 0,2 1-32 0 0,-1 1-106 0 0,4-4 3 0 0,37-6 13 0 0,-45 8 130 0 0,-1 0-1 0 0,1 0 0 0 0,0-1 0 0 0,-1 0 1 0 0,1 0-1 0 0,-1 0 0 0 0,1 0 1 0 0,-1 0-1 0 0,1-1 0 0 0,5-3 1 0 0,0-1-21 0 0,8-4-57 0 0,9-8 175 0 0,-1-2 0 0 0,-1 0 1 0 0,-1-2-1 0 0,-1 0 0 0 0,31-42 1 0 0,-34 36 233 0 0,-14 21 59 0 0,0 1 77 0 0,14-17 56 0 0,-14 17 3751 0 0,-1 26-4872 0 0,1 4 493 0 0,8 61-656 0 0,-6-30-580 0 0,1 6-517 0 0,-6-49 1491 0 0,8 35-1970 0 0,-1-14-711 0 0,-6-25-2041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4:23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75 126 796 0 0,'0'0'1364'0'0,"-33"-55"988"0"0,11 16 1177 0 0,2 8-2365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4:23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1 256 268 0 0,'0'0'1501'0'0,"4"-13"-74"0"0,19-56 1216 0 0,-6 24-115 0 0,3 1-279 0 0,-7 14-1263 0 0,-10 23-88 0 0,2 1-81 0 0,14-18-89 0 0,-14 18 1029 0 0,3 4-1284 0 0,26-6-51 0 0,-25 6 311 0 0,4 8-427 0 0,38 16-31 0 0,-29-10-20 0 0,-11-5-177 0 0,-5-3-13 0 0,1 1 0 0 0,-1 0 1 0 0,0 0-1 0 0,10 10 0 0 0,119 127-469 0 0,-133-139 355 0 0,59 63-1531 0 0,-12-18-3701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4:24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63 784 0 0,'0'0'3772'0'0,"-4"-11"-2667"0"0,-10-30-95 0 0,10 30 4808 0 0,5 37-5498 0 0,0 5-219 0 0,-1 1 130 0 0,8 48 1 0 0,21 97 594 0 0,-17-138-594 0 0,2 1 0 0 0,21 40-1 0 0,-7-16 45 0 0,-25-57-185 0 0,0-1 5 0 0,9 20 20 0 0,-9-20 5265 0 0,-19-21-5099 0 0,-48-46-33 0 0,48 46-33 0 0,15 4-26 0 0,-1-34-26 0 0,2 34-8 0 0,6-4-207 0 0,17-42-113 0 0,-23 56 138 0 0,1-1 0 0 0,0 0 0 0 0,-1 0 0 0 0,1 0 0 0 0,0 0 0 0 0,0 1 0 0 0,0-1 0 0 0,0 0 1 0 0,1 1-1 0 0,1-3 0 0 0,7-7-152 0 0,-5 4 10 0 0,0 0 0 0 0,1 1 0 0 0,0 0 0 0 0,0 0 0 0 0,1 0 0 0 0,-1 1 0 0 0,16-9 0 0 0,-12 6-72 0 0,-5 5 31 0 0,0-1 1 0 0,0 1-1 0 0,1 0 1 0 0,-1 1 0 0 0,1-1-1 0 0,10-3 1 0 0,32-11-1303 0 0,32-10-7423 0 0,-70 24 4465 0 0</inkml:trace>
  <inkml:trace contextRef="#ctx0" brushRef="#br0" timeOffset="1">1053 322 684 0 0,'0'0'8916'0'0,"20"-8"-8428"0"0,61-27-75 0 0,-51 25-96 0 0,30 4-108 0 0,12 1-793 0 0,4 5-1955 0 0,-36 2-453 0 0,-30-2 228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4:24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1212 0 0,'0'0'11776'0'0,"19"3"-13236"0"0,57 10 343 0 0,-46-11-838 0 0,15-7-1245 0 0,-34 4 240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4:26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74 332 0 0,'0'0'10478'0'0,"2"-12"-9728"0"0,5-37-34 0 0,-5 37 2955 0 0,2 42-3388 0 0,12 40-1 0 0,-7-37-96 0 0,4 37 0 0 0,2 59 428 0 0,-8-58-100 0 0,3-1 1 0 0,28 104 0 0 0,1-70 26 0 0,-38-98-503 0 0,1-1-1 0 0,0-1 1 0 0,0 1-1 0 0,0 0 1 0 0,1 0-1 0 0,5 7 1 0 0,-2-2 10 0 0,-5-7-30 0 0,1-1 0 0 0,-1 1 0 0 0,0-1 0 0 0,0 1 0 0 0,1-1 0 0 0,0 0-1 0 0,-1 0 1 0 0,1 0 0 0 0,0 0 0 0 0,0 0 0 0 0,0 0 0 0 0,5 3 0 0 0,-1 0 31 0 0,21 17 234 0 0,-21-18-215 0 0,0 0 186 0 0,4-2 71 0 0,28 5 73 0 0,-29-5 613 0 0,7-9-434 0 0,-5 2-490 0 0,7-2 158 0 0,0-2 1 0 0,0 0-1 0 0,0-1 0 0 0,-1-1 0 0 0,-1 0 0 0 0,26-23 1 0 0,57-80 809 0 0,-7 7-266 0 0,73-78 826 0 0,-160 179-1465 0 0,-1 0-79 0 0,13-18-112 0 0,-13 18-140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4:27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456 177 292 0 0,'0'0'1818'0'0,"3"-11"-146"0"0,1-3-1033 0 0,2-7-3 0 0,0-2 6881 0 0,-11 12-6232 0 0,-14-33-127 0 0,14 33 1637 0 0,-6 12-2058 0 0,-33 2-64 0 0,32-2-69 0 0,-4 8-75 0 0,-25 13-39 0 0,2 2-1 0 0,-71 57 0 0 0,66-38-399 0 0,-63 83 0 0 0,104-122-317 0 0,0 4-92 0 0,-10 24-46 0 0,10-24-22 0 0,11 0-574 0 0,24 26 691 0 0,-32-34 260 0 0,1 1 0 0 0,0 0-1 0 0,-1-1 1 0 0,1 1-1 0 0,-1 0 1 0 0,1-1-1 0 0,0 1 1 0 0,-1-1-1 0 0,1 1 1 0 0,0-1-1 0 0,-1 1 1 0 0,1-1 0 0 0,0 0-1 0 0,0 1 1 0 0,0-1-1 0 0,-1 0 1 0 0,1 0-1 0 0,0 1 1 0 0,0-1-1 0 0,0 0 1 0 0,1 0-1 0 0,7 3-56 0 0,-6-2 44 0 0,1 0 0 0 0,-1 0 0 0 0,0-1 0 0 0,1 1-1 0 0,-1-1 1 0 0,0 0 0 0 0,1 0 0 0 0,-1 0 0 0 0,1 0 0 0 0,-1 0 0 0 0,0-1 0 0 0,5-1 0 0 0,7 2-26 0 0,-9 0 31 0 0,0 0 0 0 0,0-1-1 0 0,0 1 1 0 0,0-1 0 0 0,0 0-1 0 0,0-1 1 0 0,0 0 0 0 0,7-3 0 0 0,50-16 216 0 0,-52 18-115 0 0,-7 2-9 0 0,1-1 0 0 0,-1 1 0 0 0,0-1 0 0 0,1 0 0 0 0,-1 0 0 0 0,0 0 0 0 0,7-6 0 0 0,-2 4 84 0 0,-6 2-61 0 0,1 1 0 0 0,-1-1 0 0 0,0 0 0 0 0,0 0 0 0 0,0 0-1 0 0,0-1 1 0 0,0 1 0 0 0,0-1 0 0 0,3-3 0 0 0,0 0 124 0 0,-3 5-101 0 0,-1-2 1 0 0,1 1-1 0 0,-1 0 0 0 0,0 0 0 0 0,1-1 1 0 0,-1 1-1 0 0,0-1 0 0 0,-1 1 1 0 0,3-5-1 0 0,29-53 2226 0 0,-30 54 1829 0 0,-3 3-4040 0 0,0 0-1 0 0,1-1 1 0 0,-1 1 0 0 0,1 0 0 0 0,-1 0 0 0 0,1 0 0 0 0,0 0 0 0 0,2-3 0 0 0,0-2 85 0 0,-2 0 2393 0 0,-4 35-2514 0 0,-8 90-87 0 0,11-111-12 0 0,-1 1 0 0 0,1-1 0 0 0,0 1 0 0 0,1 0 0 0 0,0-1 0 0 0,0 1 0 0 0,0 0 0 0 0,5 11 0 0 0,-4-13 0 0 0,1 0 0 0 0,-1-1 0 0 0,1 0 0 0 0,0 1 0 0 0,1-1 0 0 0,-1 0 0 0 0,8 6 0 0 0,-7-6 0 0 0,0-1 0 0 0,0 0 0 0 0,0 0 0 0 0,1 0 0 0 0,0-1 0 0 0,-1 1 0 0 0,7 1 0 0 0,-1-1 0 0 0,-1-1 0 0 0,1 0 0 0 0,19 1 0 0 0,-5-1 0 0 0,39-3 0 0 0,-29-2 0 0 0,0-1 0 0 0,57-16 0 0 0,-64 13 0 0 0,-1-1 0 0 0,-1-1 0 0 0,0-2 0 0 0,0 0 0 0 0,-1-2 0 0 0,0 0 0 0 0,-1-2 0 0 0,37-31 0 0 0,-30 13 0 0 0,3-15 0 0 0,-11-2 0 0 0,-9 0 0 0 0,-12 43 0 0 0,0 1 0 0 0,0-1 0 0 0,-1 1 0 0 0,0-1 0 0 0,-2-11 0 0 0,1 11 0 0 0,-1 0 0 0 0,0 1 0 0 0,0-1 0 0 0,0 1 0 0 0,-1 0 0 0 0,-4-8 0 0 0,4 9 0 0 0,-1 0 0 0 0,1 1 0 0 0,-1-1 0 0 0,0 0 0 0 0,0 1 0 0 0,-7-5 0 0 0,6 5 0 0 0,0 0 0 0 0,-1 1 0 0 0,1 0 0 0 0,-12-5 0 0 0,-30-4 0 0 0,-1 8-32 0 0,37 4-197 0 0,31 10-6148 0 0,59 31 6446 0 0,-77-40-65 0 0,0 0 0 0 0,0-1 0 0 0,0 1 0 0 0,-1 0 1 0 0,1 0-1 0 0,0 0 0 0 0,-1 0 0 0 0,1 0 0 0 0,-1 1 1 0 0,1-1-1 0 0,-1 0 0 0 0,1 1 0 0 0,-1-1 0 0 0,2 4 0 0 0,7 9 17 0 0,4 7 16 0 0,-1 0-1 0 0,0 1 1 0 0,10 25-1 0 0,43 150-1385 0 0,-33-104-2250 0 0,-25-71 2866 0 0,3 23-4644 0 0,-10-38-440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4:27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422 0 572 0 0,'0'0'14820'0'0,"-22"16"-14154"0"0,5-5-534 0 0,3-2-34 0 0,-1 1 0 0 0,1 1 0 0 0,1 0 0 0 0,0 1 0 0 0,1 0 0 0 0,0 1 0 0 0,0 0 0 0 0,2 1 0 0 0,-10 15 0 0 0,-38 82 916 0 0,-57 150-1 0 0,96-211-656 0 0,-23 91 0 0 0,38-121-292 0 0,0 1-1 0 0,1 0 1 0 0,2-1 0 0 0,0 1 0 0 0,1 0-1 0 0,1 0 1 0 0,5 31 0 0 0,-1-31-86 0 0,0-1 1 0 0,1 0 0 0 0,1 0 0 0 0,19 37 0 0 0,-19-45-45 0 0,0-1 0 0 0,1 1 0 0 0,1-1 0 0 0,0-1 0 0 0,0 1 0 0 0,1-2 0 0 0,0 1 0 0 0,22 14-1 0 0,6 0-381 0 0,0-1 0 0 0,2-3 0 0 0,0-1 0 0 0,1-2-1 0 0,1-1 1 0 0,1-3 0 0 0,76 14 0 0 0,-29-14-3906 0 0,138 0 0 0 0,-113-11 158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4:28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0 1708 0 0,'0'0'13019'0'0,"17"12"-12317"0"0,7 4-375 0 0,24 22 0 0 0,-44-33-257 0 0,1-1 0 0 0,-1 1 0 0 0,-1 0 0 0 0,1 0-1 0 0,-1 0 1 0 0,0 0 0 0 0,0 1 0 0 0,-1 0-1 0 0,1-1 1 0 0,-1 1 0 0 0,0 0 0 0 0,-1 0-1 0 0,1 0 1 0 0,0 10 0 0 0,1 1 95 0 0,1 14 230 0 0,0 0 0 0 0,-2 52-1 0 0,-2-36-83 0 0,-2 15 132 0 0,-3 1 0 0 0,-2-1 1 0 0,-25 95-1 0 0,20-114-892 0 0,-2-1 0 0 0,-1 0 0 0 0,-3-1 0 0 0,-33 58 0 0 0,-21 28-4970 0 0,62-111 538 0 0,-25 27 371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4:28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1 279 968 0 0,'0'0'6262'0'0,"12"-11"-5652"0"0,37-32-68 0 0,-48 41-497 0 0,1 1 0 0 0,-1 0 0 0 0,0-1 0 0 0,1 1-1 0 0,-1 0 1 0 0,1 0 0 0 0,0 0 0 0 0,-1 0 0 0 0,1 0 0 0 0,3-1-1 0 0,43-14 789 0 0,4-1-135 0 0,131-32 338 0 0,-130 35-846 0 0,16-4 65 0 0,74-10 0 0 0,-6 8 36 0 0,307-28 387 0 0,995 56 434 0 0,915 232-423 0 0,-1403-88-594 0 0,-15 59-22 0 0,-703-146-70 0 0,1086 331 67 0 0,-237 6 122 0 0,-41 93 381 0 0,280 356 927 0 0,-1013-618-1040 0 0,-46-33-1 0 0,22 28 178 0 0,71 50 480 0 0,-286-228-677 0 0,-62-45-318 0 0,-1 0-9 0 0,15 11-4 0 0,-15-11 426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4:29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0 12029 0 0,'0'0'1906'0'0,"7"7"-1844"0"0,18 20 46 0 0,-18-20 54 0 0,-7-4-132 0 0,0-1 1 0 0,0 1-1 0 0,1 0 0 0 0,-1-1 0 0 0,1 1 0 0 0,0-1 0 0 0,0 1 1 0 0,0-1-1 0 0,0 1 0 0 0,1 2 0 0 0,2 2 42 0 0,-2 1 170 0 0,0 3 0 0 0,7 53 219 0 0,0-13-97 0 0,-2-2-29 0 0,-4-41-285 0 0,-1-5-24 0 0,-1 1 0 0 0,0-1 1 0 0,-1 0-1 0 0,1 0 0 0 0,0 0 0 0 0,-1 1 0 0 0,0-1 0 0 0,0 0 0 0 0,0 1 1 0 0,0-1-1 0 0,-1 5 0 0 0,-1 39 13 0 0,1-35-59 0 0,-1-4-100 0 0,1 1 39 0 0,1-6 23 0 0,-1 0 1 0 0,1 0 0 0 0,-1 0 0 0 0,0 0-1 0 0,0 0 1 0 0,0 0 0 0 0,0 0-1 0 0,0 0 1 0 0,0-1 0 0 0,-1 1 0 0 0,-3 4-1 0 0,4-2-160 0 0,0-3 133 0 0,0 0 1 0 0,1 0 0 0 0,-1-1 0 0 0,0 1 0 0 0,0-1-1 0 0,0 1 1 0 0,0 0 0 0 0,0-1 0 0 0,0 0-1 0 0,0 1 1 0 0,0-1 0 0 0,0 0 0 0 0,-1 1 0 0 0,1-1-1 0 0,-1 0 1 0 0,1 0 0 0 0,-3 1 0 0 0,-21 15-1287 0 0,10-11-1014 0 0,-21 0-1519 0 0,27-4 297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4:31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441 0 580 0 0,'0'0'13285'0'0,"1"24"-13127"0"0,4 103 126 0 0,-5-114-235 0 0,3 42 208 0 0,16 268 539 0 0,-15-196-418 0 0,-15 190 217 0 0,7-248-442 0 0,-13 99 258 0 0,-12 78 67 0 0,-89 629 1946 0 0,33-493-1175 0 0,24-127-420 0 0,21-97-324 0 0,20-88-170 0 0,3 0 0 0 0,-10 105-1 0 0,14-42-91 0 0,10-118-201 0 0,-2 33 158 0 0,-11 248 596 0 0,11-258-641 0 0,4-29-132 0 0,1-1 0 0 0,-1 0 0 0 0,1 1 0 0 0,1-1 0 0 0,1 11 0 0 0,5 78 154 0 0,-7-91-96 0 0,1 6 0 0 0,4 52 120 0 0,-2-33-149 0 0,-2-24 1694 0 0,0 1-1643 0 0,3 24-68 0 0,-3-24-105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4:31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1 104 0 0,'0'0'18800'0'0,"14"16"-18510"0"0,3 5-194 0 0,0 0 43 0 0,1-1-1 0 0,28 24 1 0 0,-39-38-62 0 0,100 84 301 0 0,0-15-2233 0 0,-91-61 534 0 0,-13-12 1115 0 0,0 0-1 0 0,0 1 1 0 0,0-1 0 0 0,0 0-1 0 0,0-1 1 0 0,0 1 0 0 0,1 0-1 0 0,5 1 1 0 0,-1 0-525 0 0,0 2-49 0 0,7 3-236 0 0,9-2-4327 0 0,15 2 1261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4:31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906 1 624 0 0,'0'0'11479'0'0,"-24"8"-10656"0"0,-75 30-90 0 0,93-36-656 0 0,1 1 0 0 0,0 0-1 0 0,0 0 1 0 0,0 0 0 0 0,0 1 0 0 0,0-1-1 0 0,1 1 1 0 0,0 0 0 0 0,0 1-1 0 0,0-1 1 0 0,0 1 0 0 0,-3 6 0 0 0,-5 4 167 0 0,-17 21 159 0 0,-276 312 1731 0 0,191-224-2105 0 0,23-22-510 0 0,-4 3-558 0 0,57-61-1871 0 0,8-9-3280 0 0,24-29 2339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4:33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18 191 672 0 0,'0'0'5861'0'0,"-3"-11"-4459"0"0,-12-45 10324 0 0,17 84-11470 0 0,7 124 196 0 0,-9-140-389 0 0,5 33 221 0 0,0-16-131 0 0,-3-21-7 0 0,0-1-12 0 0,9 24-8 0 0,-8-24 6 0 0,2-2 4 0 0,15 12 10 0 0,-15-12 32 0 0,51-2 261 0 0,-29-5-184 0 0,59-22 201 0 0,0-2-1 0 0,-2-5 1 0 0,103-53-1 0 0,336-138 1198 0 0,-404 176-1146 0 0,-111 43-398 0 0,-2 0-1 0 0,60-25 2600 0 0,-59 25-1528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4:36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0 249 400 0 0,'0'0'13173'0'0,"1"22"-12717"0"0,-1 5-305 0 0,3 69 600 0 0,2-35 85 0 0,-1-27-481 0 0,-2-26-34 0 0,1 2-4 0 0,1 1-214 0 0,-2-6-16 0 0,0-1 0 0 0,-1 1-1 0 0,1 0 1 0 0,-1 0 0 0 0,1 9 0 0 0,3-10 259 0 0,13 14 51 0 0,-14-14 57 0 0,43-2 599 0 0,-38-1-494 0 0,15-11 1 0 0,4-1-379 0 0,126-57 768 0 0,257-158 1609 0 0,53-7 3 0 0,-456 229-2365 0 0,-3 1-7 0 0,19-8 38 0 0,-18 9 3178 0 0,0-1-3128 0 0,21-8-19 0 0,-20 8 950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4:39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52 648 0 0,'0'0'23697'0'0,"0"21"-23640"0"0,1 93 70 0 0,-1-36-10 0 0,-2-49-94 0 0,-1 14 92 0 0,3 60-1 0 0,3-62-83 0 0,-2-31 5 0 0,0 1 0 0 0,8 78 89 0 0,-8-82 15 0 0,6-4-42 0 0,22 12 52 0 0,-22-12 266 0 0,10-14-176 0 0,-6 4-194 0 0,104-77 410 0 0,14-13 96 0 0,5 5 0 0 0,3 6 0 0 0,161-73-1 0 0,-208 117-291 0 0,-48 21-110 0 0,-35 18 38 0 0,-5 3-181 0 0,0 0 0 0 0,0-1 0 0 0,0 1 0 0 0,0-1 0 0 0,0 1 0 0 0,0-1-1 0 0,0 0 1 0 0,0 0 0 0 0,0 0 0 0 0,0 0 0 0 0,-1 0 0 0 0,3-2-1 0 0,1 0 10 0 0,1 1 1450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4:40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0 188 14997 0 0,'0'0'1824'0'0,"15"-9"-1779"0"0,66-41 43 0 0,-71 44-78 0 0,30-16 27 0 0,12 0-58 0 0,-42 18 27 0 0,20-9-511 0 0,1 1 0 0 0,0 2 0 0 0,35-7 0 0 0,-14 8-750 0 0,33-4-6049 0 0,-75 12 3697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4:40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1 226 1164 0 0,'0'0'6793'0'0,"107"-58"-6009"0"0,-68 40-64 0 0,26-13-112 0 0,-23 11-180 0 0,22-2-160 0 0,-16 11-220 0 0,24-6-260 0 0,-4 2-288 0 0,3-3-312 0 0,-31 10-736 0 0,8 1-1681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4:41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1 214 272 0 0,'0'0'5386'0'0,"18"-9"-4297"0"0,5-2-731 0 0,79-34 1144 0 0,-20 20-249 0 0,-49 17-1023 0 0,184-43 1216 0 0,-113 29-2807 0 0,3-5-3980 0 0,-52 11 2623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20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21 304 0 0,'-1'-1'692'0'0,"1"-1"1"0"0,-1 0-1 0 0,0 1 1 0 0,0-1-1 0 0,0 1 1 0 0,0 0-1 0 0,0-1 0 0 0,0 1 1 0 0,0 0-1 0 0,0 0 1 0 0,-1-1-1 0 0,1 1 1 0 0,-3-1-1 0 0,4 23 5054 0 0,1-8-7224 0 0,0 6 1699 0 0,5 68 825 0 0,-4 95 1 0 0,-33 209 321 0 0,29-346-1776 0 0,5 60 0 0 0,-1-49-404 0 0,-1-39 247 0 0,1 0 0 0 0,6 24 0 0 0,-2-14-1789 0 0,-2 1-3502 0 0,-2-19 2249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20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1 570 276 0 0,'6'-59'802'0'0,"2"0"-1"0"0,29-104 1 0 0,-30 140-435 0 0,1 1 0 0 0,1 0 0 0 0,1 0 0 0 0,1 1 0 0 0,0 0 0 0 0,2 0 0 0 0,1 2 0 0 0,0 0 0 0 0,34-34 0 0 0,-42 47-215 0 0,1 1-1 0 0,0-1 0 0 0,1 1 0 0 0,-1 1 1 0 0,10-5-1 0 0,-14 7-81 0 0,1 1-1 0 0,-1-1 1 0 0,1 1 0 0 0,-1 0-1 0 0,1 0 1 0 0,0 0-1 0 0,0 1 1 0 0,0-1 0 0 0,-1 1-1 0 0,1 0 1 0 0,0 0-1 0 0,7 1 1 0 0,-8 0-43 0 0,-1 0-1 0 0,1 0 1 0 0,0 0-1 0 0,-1 0 1 0 0,0 1-1 0 0,1-1 1 0 0,-1 1 0 0 0,0-1-1 0 0,1 1 1 0 0,-1 0-1 0 0,0 0 1 0 0,0 0-1 0 0,-1 0 1 0 0,1 0-1 0 0,0 0 1 0 0,-1 1-1 0 0,1-1 1 0 0,-1 1 0 0 0,0-1-1 0 0,1 1 1 0 0,-1-1-1 0 0,-1 1 1 0 0,1 0-1 0 0,0-1 1 0 0,-1 1-1 0 0,1 0 1 0 0,-1 0 0 0 0,0-1-1 0 0,0 1 1 0 0,0 0-1 0 0,0 0 1 0 0,-1 4-1 0 0,0 5 34 0 0,-1 1-1 0 0,0-1 1 0 0,-1 1-1 0 0,-1-1 1 0 0,-6 16 0 0 0,-2-4 66 0 0,0-1 0 0 0,-21 31 1 0 0,14-24-49 0 0,-1-3-228 0 0,-35 41 0 0 0,-8 8-5405 0 0,52-58 3303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21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1 559 352 0 0,'19'-2'3063'0'0,"7"-19"-1647"0"0,-1-1 0 0 0,-1-1 0 0 0,32-40 0 0 0,-43 47-963 0 0,-1-2 0 0 0,-1 1-1 0 0,-1-2 1 0 0,0 1 0 0 0,-2-1 0 0 0,13-38-1 0 0,-7 7 829 0 0,15-93-1 0 0,-28 140-1173 0 0,-1-1 0 0 0,0 1 0 0 0,0 0 0 0 0,0 0-1 0 0,0 0 1 0 0,-1 0 0 0 0,1-1 0 0 0,-1 1 0 0 0,0 0 0 0 0,0 0 0 0 0,0 0 0 0 0,0 0 0 0 0,-1 1 0 0 0,1-1 0 0 0,-1 0 0 0 0,1 0 0 0 0,-1 1 0 0 0,0-1 0 0 0,0 1 0 0 0,0 0 0 0 0,-1-1 0 0 0,1 1 0 0 0,-4-2 0 0 0,4 3-87 0 0,0 1 0 0 0,0 0 0 0 0,-1 0 0 0 0,1 0-1 0 0,0 0 1 0 0,0 1 0 0 0,-1-1 0 0 0,1 0 0 0 0,0 1 0 0 0,0 0 0 0 0,0-1 0 0 0,0 1 0 0 0,0 0 0 0 0,0 0 0 0 0,0 0 0 0 0,0 0 0 0 0,0 1 0 0 0,0-1 0 0 0,-2 2 0 0 0,2-1-34 0 0,-1 0-80 0 0,1 0 1 0 0,-1 0-1 0 0,1 0 1 0 0,-1 0-1 0 0,1 0 1 0 0,0 1-1 0 0,0-1 1 0 0,0 1-1 0 0,0-1 1 0 0,1 1-1 0 0,-1 0 0 0 0,1 0 1 0 0,0-1-1 0 0,-1 1 1 0 0,1 0-1 0 0,1 0 1 0 0,-2 6-1 0 0,2-7 43 0 0,0 0 0 0 0,0-1 0 0 0,0 1 0 0 0,0-1 1 0 0,0 1-1 0 0,1 0 0 0 0,-1-1 0 0 0,1 1 0 0 0,-1-1 0 0 0,1 1 0 0 0,0-1 0 0 0,-1 1 0 0 0,1-1 0 0 0,0 1 0 0 0,0-1 0 0 0,0 0 0 0 0,0 1 0 0 0,0-1 0 0 0,0 0 1 0 0,1 0-1 0 0,-1 0 0 0 0,0 0 0 0 0,0 0 0 0 0,1 0 0 0 0,-1 0 0 0 0,1-1 0 0 0,-1 1 0 0 0,1 0 0 0 0,-1-1 0 0 0,1 1 0 0 0,-1-1 0 0 0,1 1 0 0 0,0-1 0 0 0,-1 0 0 0 0,1 0 1 0 0,2 0-1 0 0,11 1-39 0 0,-1-1 1 0 0,0-1 0 0 0,0 0 0 0 0,0-1-1 0 0,0-1 1 0 0,0 0 0 0 0,21-7 0 0 0,10-3 683 0 0,-44 13-525 0 0,0-1 0 0 0,1 1 0 0 0,-1-1 0 0 0,0 1 1 0 0,1 0-1 0 0,-1 0 0 0 0,0 0 0 0 0,1-1 0 0 0,-1 1 0 0 0,0 0 0 0 0,1 1 0 0 0,-1-1 0 0 0,1 0 0 0 0,-1 0 0 0 0,0 0 0 0 0,1 1 0 0 0,-1-1 0 0 0,0 1 0 0 0,0-1 0 0 0,1 1 0 0 0,-1 0 0 0 0,0-1 0 0 0,0 1 1 0 0,0 0-1 0 0,0 0 0 0 0,0 0 0 0 0,2 1 0 0 0,-2 1 77 0 0,0 0 1 0 0,1 0-1 0 0,-1 1 1 0 0,0-1-1 0 0,-1 1 1 0 0,1-1-1 0 0,0 0 1 0 0,-1 7-1 0 0,2 9-143 0 0,2 9 201 0 0,0 4-116 0 0,1 1 0 0 0,1-1-1 0 0,2-1 1 0 0,2 0 0 0 0,13 33 0 0 0,-17-52-195 0 0,0-1 0 0 0,0 0 0 0 0,1 0 0 0 0,1 0 0 0 0,0-1 0 0 0,0 0 0 0 0,1-1 0 0 0,0 0 0 0 0,1 0 0 0 0,0-1 0 0 0,16 11 0 0 0,-11-11-80 0 0,-1-1 0 0 0,2 0 0 0 0,-1 0 0 0 0,1-2 0 0 0,0 0 0 0 0,0 0 0 0 0,0-2 0 0 0,25 3 0 0 0,-3-4-136 0 0,-1-2 1 0 0,1-1-1 0 0,0-2 0 0 0,40-8 1 0 0,-69 9 289 0 0,1 0 0 0 0,-1 0 0 0 0,0-1 1 0 0,1 0-1 0 0,-1-1 0 0 0,0 0 0 0 0,-1 0 0 0 0,1-1 1 0 0,-1 0-1 0 0,10-8 0 0 0,-13 9 156 0 0,0-1-1 0 0,-1 1 0 0 0,1-1 0 0 0,-1 0 1 0 0,0 0-1 0 0,-1-1 0 0 0,1 1 1 0 0,-1-1-1 0 0,0 0 0 0 0,0 0 1 0 0,-1 0-1 0 0,0 0 0 0 0,0-1 1 0 0,0 1-1 0 0,0-11 0 0 0,-1 12 83 0 0,0 0-1 0 0,-1-1 1 0 0,0 1-1 0 0,0-1 0 0 0,0 1 1 0 0,-1 0-1 0 0,0-1 1 0 0,0 1-1 0 0,0 0 0 0 0,-3-7 1 0 0,-1 2 774 0 0,0 1 0 0 0,-1 0 1 0 0,-12-16-1 0 0,5 8 1066 0 0,2 7-145 0 0,5 14-43 0 0,4 30-1173 0 0,4-18-1439 0 0,1 1 0 0 0,1-1 0 0 0,0 0 0 0 0,1 0 0 0 0,1-1 0 0 0,14 28 0 0 0,-17-37 274 0 0,16 20-4149 0 0,-2-14-3408 0 0,-8-9 2813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21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213 186 12541 0 0,'-20'-33'320'0'0,"-1"0"-408"0"0,-6 2-272 0 0,4 13 100 0 0,4-1 104 0 0,-2 2 96 0 0,0 4 32 0 0,8 5 16 0 0,2-2-20 0 0,3 7-80 0 0,-11 19-1900 0 0,13 5 384 0 0,4-2-1753 0 0,0 2 773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22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1 147 928 0 0,'5'-12'922'0'0,"0"0"0"0"0,1 1 0 0 0,0-1 0 0 0,1 1 1 0 0,0 0-1 0 0,1 1 0 0 0,0 0 0 0 0,1 0 0 0 0,10-8 0 0 0,-15 14-723 0 0,0 1 0 0 0,1 0 0 0 0,-1 0 0 0 0,1 1-1 0 0,-1-1 1 0 0,1 1 0 0 0,0 0 0 0 0,0 0 0 0 0,0 1 0 0 0,0-1 0 0 0,0 1-1 0 0,1 0 1 0 0,-1 1 0 0 0,0-1 0 0 0,1 1 0 0 0,-1 0 0 0 0,0 0 0 0 0,0 1 0 0 0,1 0-1 0 0,-1 0 1 0 0,0 0 0 0 0,0 0 0 0 0,0 1 0 0 0,9 3 0 0 0,-2 1-132 0 0,0 1 1 0 0,0 0 0 0 0,-1 1-1 0 0,1 0 1 0 0,-2 0-1 0 0,17 17 1 0 0,51 65-2122 0 0,-57-63 766 0 0,1 6-4757 0 0,-10-17 2554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3:22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47 604 0 0,'-3'-4'452'0'0,"0"1"0"0"0,-1-1 0 0 0,1 0 0 0 0,-1 1 0 0 0,0 0 0 0 0,1 0 0 0 0,-1 0 0 0 0,-1 0 0 0 0,1 0 0 0 0,0 1 0 0 0,-1 0 0 0 0,1 0 0 0 0,-1 0 0 0 0,0 1 0 0 0,1-1 0 0 0,-8 0 0 0 0,8 2-263 0 0,0 0 1 0 0,1 0 0 0 0,-1 1-1 0 0,0 0 1 0 0,0-1-1 0 0,1 1 1 0 0,-1 0-1 0 0,1 1 1 0 0,-1-1 0 0 0,1 1-1 0 0,-1-1 1 0 0,1 1-1 0 0,0 0 1 0 0,0 0-1 0 0,0 1 1 0 0,0-1-1 0 0,0 1 1 0 0,0-1 0 0 0,0 1-1 0 0,1 0 1 0 0,0 0-1 0 0,-3 5 1 0 0,-12 16 253 0 0,2 2 1 0 0,1 0-1 0 0,1 0 1 0 0,-15 46 0 0 0,-27 119 642 0 0,44-149-821 0 0,2-4-33 0 0,1 0 1 0 0,2 1 0 0 0,2 0-1 0 0,2-1 1 0 0,4 79-1 0 0,0-94-310 0 0,2 1 0 0 0,0-1-1 0 0,2 0 1 0 0,1 0 0 0 0,0-1-1 0 0,2 0 1 0 0,0 0 0 0 0,1-1 0 0 0,2 0-1 0 0,0-1 1 0 0,1 0 0 0 0,1-1-1 0 0,1 0 1 0 0,0-1 0 0 0,2-1-1 0 0,0-1 1 0 0,23 18 0 0 0,-15-16-430 0 0,1-1-1 0 0,0-2 1 0 0,1 0 0 0 0,1-2 0 0 0,0-1-1 0 0,36 10 1 0 0,-23-11-2750 0 0,81 12 0 0 0,-47-16-191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4:43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930 7 616 0 0,'0'0'11740'0'0,"-9"-1"-11067"0"0,-3 1-264 0 0,-1-1-1 0 0,0 2 1 0 0,0 0-1 0 0,-18 4 1 0 0,-66 8 1644 0 0,90-13-1682 0 0,-1 0 0 0 0,0-1 0 0 0,1 1-1 0 0,-1-2 1 0 0,1 1 0 0 0,-1-1 0 0 0,-10-4 0 0 0,16 5 14 0 0,-54-11 4096 0 0,49 30-4370 0 0,-256 873 489 0 0,184-555-516 0 0,10-38-34 0 0,-95 508 85 0 0,148-679-92 0 0,6 0-1 0 0,5 0 1 0 0,13 141 0 0 0,-8-257-32 0 0,1 1 0 0 0,0 0 1 0 0,0-1-1 0 0,1 1 0 0 0,1-1 0 0 0,0 1 0 0 0,1-1 1 0 0,0 0-1 0 0,7 13 0 0 0,-11-23 14 0 0,0 0-23 0 0,0-1 0 0 0,1 1 0 0 0,-1-1 0 0 0,0 0 0 0 0,0 1 1 0 0,0-1-1 0 0,0 1 0 0 0,1-1 0 0 0,-1 0 0 0 0,0 1 0 0 0,0-1 0 0 0,1 0 1 0 0,-1 1-1 0 0,0-1 0 0 0,0 0 0 0 0,1 1 0 0 0,-1-1 0 0 0,0 0 1 0 0,1 0-1 0 0,-1 1 0 0 0,0-1 0 0 0,1 0 0 0 0,-1 0 0 0 0,1 0 0 0 0,-1 1 1 0 0,0-1-1 0 0,1 0 0 0 0,-1 0 0 0 0,1 0 0 0 0,-1 0 0 0 0,1 0 0 0 0,28-12 25 0 0,0-2-1 0 0,-1 0 0 0 0,44-33 1 0 0,-57 37-406 0 0,111-83-3092 0 0,-87 59-1170 0 0,-1-3-3736 0 0,-24 21 3005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4:48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5 186 860 0 0,'-5'-11'10705'0'0,"19"-4"-9847"0"0,-10 11 636 0 0,14-2-869 0 0,115-35 376 0 0,-76 26-207 0 0,235-37 823 0 0,-248 46-1362 0 0,12-4-46 0 0,-3-1 30 0 0,-21 5-92 0 0,-24 4 457 0 0,1 1-332 0 0,28-4 38 0 0,-27 4 2807 0 0,-4 12-2908 0 0,0 1-149 0 0,0 2-1 0 0,-1-1 1 0 0,-1 1 0 0 0,0-1-1 0 0,0 1 1 0 0,-2 0 0 0 0,0 0-1 0 0,1 15 1 0 0,-4 258 545 0 0,-4-162-419 0 0,2-4-61 0 0,-1 125 94 0 0,6-175-150 0 0,16 101 0 0 0,0-79-14 0 0,4-2-1 0 0,64 162 1 0 0,-58-169-8 0 0,-2 0 0 0 0,13 90 1 0 0,-37-166 128 0 0,0 1 0 0 0,-1-1 1 0 0,0 0-1 0 0,-1 1 0 0 0,0-1 0 0 0,0 1 1 0 0,-2 9-1 0 0,2-15-35 0 0,-1 0 0 0 0,0-1 0 0 0,0 1 0 0 0,0-1-1 0 0,0 1 1 0 0,0-1 0 0 0,-1 1 0 0 0,1-1 0 0 0,-1 0 0 0 0,1 0 0 0 0,-1 0 0 0 0,0 0 0 0 0,0 0-1 0 0,0 0 1 0 0,0 0 0 0 0,0 0 0 0 0,-1-1 0 0 0,1 1 0 0 0,0-1 0 0 0,-1 0 0 0 0,1 0-1 0 0,-1 0 1 0 0,1 0 0 0 0,-6 1 0 0 0,-11 3 352 0 0,-1-1 0 0 0,-1-1 0 0 0,1-1 0 0 0,-25-1 0 0 0,-85-8-555 0 0,-164-24 62 0 0,278 29 0 0 0,3 1 0 0 0,-1 0 0 0 0,2-1-179 0 0,10 1-931 0 0,-4 4-3102 0 0,1-2 595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4:45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1280 0 0,'0'0'14294'0'0,"27"-1"-13950"0"0,83-4-38 0 0,-106 5-276 0 0,-1-1 1 0 0,1 1-1 0 0,-1 0 0 0 0,1 0 1 0 0,-1 0-1 0 0,1 0 0 0 0,-1 1 1 0 0,5 1-1 0 0,44 14 441 0 0,5 5-75 0 0,0-4-48 0 0,23 7 5 0 0,-73-23-273 0 0,2 3-5 0 0,68 28 277 0 0,-71-30-112 0 0,0 4-146 0 0,17 18 12 0 0,-18-19-20 0 0,-2 2-4 0 0,5 19 8 0 0,-6-20-2 0 0,1 3-18 0 0,1 1-49 0 0,6 32 66 0 0,-2 7 9 0 0,-1 1-40 0 0,1 13 12 0 0,-1 1 19 0 0,-2 4-30 0 0,-3-53-51 0 0,-1-6 1 0 0,0 1 1 0 0,0 0-1 0 0,-1 0 1 0 0,-1 11-1 0 0,1-6 9 0 0,-4 42 42 0 0,-2-3-34 0 0,0 13 153 0 0,-24 103 1 0 0,-30 81 477 0 0,30-130-323 0 0,-7 56-9 0 0,32-152-283 0 0,-7 58 176 0 0,-19 208 151 0 0,25-230-262 0 0,-28 321 346 0 0,28-192-283 0 0,-1 8-68 0 0,7-125-62 0 0,-5 64-14 0 0,0-30 10 0 0,-18 214 59 0 0,18-258-67 0 0,5 88 1 0 0,1 2 56 0 0,-4 172 388 0 0,1-261-324 0 0,-2-1-24 0 0,4-51-103 0 0,-4 37 73 0 0,-4 0 13 0 0,2 2-7 0 0,2-18-54 0 0,3-25-1 0 0,0 3 0 0 0,-5 54 44 0 0,-3 19 108 0 0,8-74-116 0 0,0 0 5 0 0,-8 77 189 0 0,8-80-189 0 0,-3 47 64 0 0,3-44-80 0 0,0-1-6 0 0,-5 45 94 0 0,4 0-25 0 0,0-17-97 0 0,2-28 59 0 0,0 1-63 0 0,2 29-9 0 0,-1-29 164 0 0,0-2-146 0 0,4 26 48 0 0,-4-26 3727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4:45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2036 0 0,'0'0'18797'0'0,"10"18"-18120"0"0,3 5-450 0 0,-6-10-97 0 0,0 0-1 0 0,1-1 1 0 0,0-1 0 0 0,1 1 0 0 0,0-1 0 0 0,13 11-1 0 0,65 79-18 0 0,-67-78-1109 0 0,11 6-864 0 0,-14-14 735 0 0,17 18-8472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4:46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606 0 20330 0 0,'0'0'9005'0'0,"-27"5"-8766"0"0,-87 18-53 0 0,106-21-171 0 0,0 0-1 0 0,0 0 1 0 0,0 1-1 0 0,1 0 1 0 0,-1 1 0 0 0,1 0-1 0 0,0 0 1 0 0,-12 9-1 0 0,3-1-31 0 0,-47 32-1288 0 0,-65 62 0 0 0,15 0-5018 0 0,101-93 5333 0 0,4-4-1609 0 0,-3 3-4157 0 0,-22 20 796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4:50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67 1320 0 0,'0'0'7973'0'0,"14"-9"-7354"0"0,44-29-51 0 0,-57 37-531 0 0,1 0 1 0 0,-1 0-1 0 0,1 0 1 0 0,0 0-1 0 0,-1 0 1 0 0,1 0-1 0 0,0 1 1 0 0,-1-1-1 0 0,1 0 1 0 0,0 1-1 0 0,0-1 1 0 0,0 1-1 0 0,2 0 1 0 0,10-3 122 0 0,-6 1-39 0 0,-1 1 1 0 0,1 0 0 0 0,0 0 0 0 0,0 1-1 0 0,11 0 1 0 0,-5-1 6 0 0,-7 1-34 0 0,0-1 1 0 0,1 1-1 0 0,-1 1 1 0 0,1-1 0 0 0,12 4-1 0 0,50 7 491 0 0,-15 1-101 0 0,-44-10-414 0 0,32 10 244 0 0,-12-1-150 0 0,-23-8-14 0 0,1 1-25 0 0,25 10-14 0 0,-26-10 4 0 0,0-1-19 0 0,37 21 190 0 0,50 34 1 0 0,-89-54-211 0 0,0 3-4 0 0,1 1-51 0 0,-4-6-8 0 0,0 1 0 0 0,0 1 0 0 0,0-1 0 0 0,-1 0 0 0 0,1 1-1 0 0,-1-1 1 0 0,0 1 0 0 0,2 5 0 0 0,1-3 14 0 0,-4-4-16 0 0,1 1-1 0 0,-1-1 1 0 0,1 0 0 0 0,-1 1 0 0 0,0-1 0 0 0,0 0 0 0 0,0 1-1 0 0,0 0 1 0 0,-1-1 0 0 0,1 1 0 0 0,0 2 0 0 0,14 74 203 0 0,-14-74-191 0 0,0 0-1 0 0,0 0 0 0 0,-1 0 1 0 0,1 0-1 0 0,-1 0 0 0 0,0 1 0 0 0,-1 4 1 0 0,-3 30 133 0 0,4-24-121 0 0,-7 46 123 0 0,1-17-95 0 0,2-6 20 0 0,-1-2 48 0 0,-33 178 246 0 0,25-148-293 0 0,-13 33 171 0 0,9-24-38 0 0,-40 107 0 0 0,-80 115 437 0 0,12-17 1 0 0,116-258-581 0 0,-35 92 249 0 0,1 27-49 0 0,20-59-100 0 0,17-66-124 0 0,1 1-1 0 0,1 0 1 0 0,-3 32 0 0 0,-1 11 58 0 0,-36 224 379 0 0,33-165-297 0 0,6 1 0 0 0,15 175 0 0 0,-3-224-123 0 0,-4-43-58 0 0,-1 40 0 0 0,3 46 36 0 0,-1-63 11 0 0,-2 0-1 0 0,-6 54 0 0 0,-5-43 18 0 0,-18 193 207 0 0,4-18 32 0 0,18-112-142 0 0,1-11-8 0 0,0 27 264 0 0,-1-64-94 0 0,1-31 40 0 0,-16 79-1 0 0,-14 69 358 0 0,30-166-527 0 0,0 52 0 0 0,4-78-189 0 0,0 1 0 0 0,0-1 1 0 0,0 0-1 0 0,-1 0 0 0 0,1 0 0 0 0,-1 1 0 0 0,-2 5 0 0 0,2-5-2 0 0,0 0 0 0 0,0 1 0 0 0,0-1 0 0 0,0 1 0 0 0,1-1 0 0 0,0 1 0 0 0,0 7 0 0 0,0 73 155 0 0,0-76-69 0 0,-1 2-67 0 0,-2 49 1295 0 0,1-26-990 0 0,2-26 4812 0 0,-39 5-18472 0 0,32-11 9675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4:50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69 19518 0 0,'-12'-5'1325'0'0,"-2"1"-980"0"0,7 2-158 0 0,0 0 1 0 0,0 0-1 0 0,1-1 0 0 0,-1 0 1 0 0,-12-7-1 0 0,12 5 22 0 0,-5-2-44 0 0,-9-3 2867 0 0,-7-2-2291 0 0,22 8 5071 0 0,21 23-5655 0 0,3 4-112 0 0,-2-3 12 0 0,0-2 1 0 0,20 20 0 0 0,0-3 56 0 0,-2-8-107 0 0,11 4-7 0 0,-21-17-5 0 0,-14-9-90 0 0,-1 0 0 0 0,0 1 1 0 0,0 0-1 0 0,12 12 0 0 0,64 56-3682 0 0,-80-69 2617 0 0,3 0-138 0 0,58 37-4214 0 0,-61-39 1652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4:51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663 0 16714 0 0,'0'0'6641'0'0,"-24"6"-6376"0"0,-79 23 29 0 0,89-24-172 0 0,1 0 0 0 0,-1 1 0 0 0,1 0 0 0 0,0 2 1 0 0,1-1-1 0 0,-22 17 0 0 0,-27 19 863 0 0,-122 72 1541 0 0,163-102-2234 0 0,15-10 220 0 0,-2 2-292 0 0,-19 11-19 0 0,19-12 135 0 0,1 1-190 0 0,-19 11 6 0 0,19-11 94 0 0,0-1-126 0 0,-20 12 2 0 0,20-12 569 0 0,-1 0-653 0 0,-18 10-11 0 0,18-10 1312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4:55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10 112 424 0 0,'-10'-1'17178'0'0,"37"-16"-16821"0"0,1 2 1 0 0,0 0 0 0 0,1 3-1 0 0,1 0 1 0 0,0 2 0 0 0,0 1 0 0 0,43-7-1 0 0,-66 14-275 0 0,-1 1 0 0 0,1 0 1 0 0,-1 1-1 0 0,1 0 0 0 0,0 0 0 0 0,12 2 0 0 0,-17-2-70 0 0,-1 1 0 0 0,1-1-1 0 0,-1 1 1 0 0,1-1 0 0 0,-1 1-1 0 0,1 0 1 0 0,-1 0 0 0 0,1 0-1 0 0,-1 0 1 0 0,0 0 0 0 0,1 0-1 0 0,-1 0 1 0 0,0 0 0 0 0,0 0-1 0 0,0 1 1 0 0,0-1 0 0 0,0 0-1 0 0,0 1 1 0 0,-1-1 0 0 0,1 1-1 0 0,0-1 1 0 0,-1 1 0 0 0,1-1-1 0 0,-1 1 1 0 0,1 0 0 0 0,-1-1-1 0 0,0 1 1 0 0,1 0 0 0 0,-1-1-1 0 0,0 1 1 0 0,0 0 0 0 0,-1 1-1 0 0,1 5 6 0 0,-1 1 0 0 0,-1-1 0 0 0,1 1 0 0 0,-1-1 0 0 0,-1 0 0 0 0,1 0 0 0 0,-2 0 0 0 0,1 0 0 0 0,-1 0 0 0 0,-6 9 0 0 0,-9 11 21 0 0,-29 33-1 0 0,25-33-7 0 0,-2 4 10 0 0,-1-2 0 0 0,-2-2 1 0 0,-61 50-1 0 0,38-42 138 0 0,49-34-155 0 0,2-2-22 0 0,1 1 0 0 0,0 0-1 0 0,-1-1 1 0 0,1 1 0 0 0,0-1 0 0 0,0 1-1 0 0,0-1 1 0 0,-1 0 0 0 0,1 1-1 0 0,0-1 1 0 0,0 0 0 0 0,0 0 0 0 0,0 1-1 0 0,-1-1 1 0 0,1 0 0 0 0,0 0-1 0 0,0 0 1 0 0,0 0 0 0 0,0 0-1 0 0,0 0 1 0 0,0 0 0 0 0,0-1 0 0 0,-1 1-1 0 0,1 0 1 0 0,0 0 0 0 0,1-1-1 0 0,44-8 15 0 0,-20 4-12 0 0,6 0-9 0 0,0 2 0 0 0,0 1 0 0 0,63 3 0 0 0,-85 1 4 0 0,0-1 0 0 0,0 1 1 0 0,-1 1-1 0 0,1 0 0 0 0,0 0 0 0 0,-1 1 1 0 0,13 7-1 0 0,-17-8 2 0 0,-1 0 0 0 0,1 0 0 0 0,0 1-1 0 0,-1 0 1 0 0,0 0 0 0 0,0 0 0 0 0,0 1 0 0 0,0-1 0 0 0,-1 1 0 0 0,1 0 0 0 0,-1 0 0 0 0,-1 0 0 0 0,5 10 0 0 0,-6-12 7 0 0,0 1 0 0 0,0-1 0 0 0,0 0 0 0 0,0 1-1 0 0,-1-1 1 0 0,1 1 0 0 0,-1-1 0 0 0,0 1 0 0 0,0-1 0 0 0,-1 1 0 0 0,1 0 0 0 0,-1-1 0 0 0,1 0 0 0 0,-1 1 0 0 0,-2 4 0 0 0,0-2 3 0 0,0-1-1 0 0,0 1 1 0 0,0-1-1 0 0,-1 0 1 0 0,1 0 0 0 0,-1 0-1 0 0,0-1 1 0 0,-6 5 0 0 0,-7 5 20 0 0,0-2 0 0 0,0 0 0 0 0,-37 18 0 0 0,26-17-236 0 0,-1-2-1 0 0,0-1 0 0 0,-1-1 0 0 0,-33 5 0 0 0,8-1-3794 0 0,1 2-4756 0 0,37-10 3920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4:57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3 236 1236 0 0,'0'0'18640'0'0,"0"0"-18555"0"0,-1 0 0 0 0,1-1 0 0 0,0 1 0 0 0,0-1 0 0 0,-1 1 0 0 0,1-1 0 0 0,0 1 0 0 0,0-1 1 0 0,0 1-1 0 0,0-1 0 0 0,-1 1 0 0 0,1-1 0 0 0,0 1 0 0 0,0-1 0 0 0,0 1 0 0 0,0-1 0 0 0,0 1 0 0 0,1-1 0 0 0,-1 1 0 0 0,0-1 1 0 0,0 1-1 0 0,0-1 0 0 0,0 1 0 0 0,0-1 0 0 0,1 1 0 0 0,-1-1 0 0 0,0 1 0 0 0,0-1 0 0 0,1 1 0 0 0,0-1 0 0 0,178-37 2843 0 0,8-2-1982 0 0,-3 5-393 0 0,-101 17-441 0 0,61-14-479 0 0,2-1-1941 0 0,-47 15-2553 0 0,-88 16 3922 0 0,4 0-809 0 0,-2 0-6130 0 0,-3 2 2843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4:57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8 287 16125 0 0,'-7'3'2879'0'0,"9"-5"-1177"0"0,24-10-709 0 0,44-19-794 0 0,251-78 897 0 0,-218 72-1970 0 0,38-11-2854 0 0,-124 43 2387 0 0,1 0 0 0 0,22-12 0 0 0,-12 0-5643 0 0,-16 10 2831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4:59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3 408 0 0,'0'-3'9852'0'0,"-27"153"-7854"0"0,-56 178 1585 0 0,72-244-2074 0 0,10-82-1285 0 0,2 6-25 0 0,3 3 797 0 0,-3-10-924 0 0,3-1 24 0 0,23-3 119 0 0,49-12-1 0 0,15-2-125 0 0,35-4 38 0 0,-18 2-81 0 0,-37 9-12 0 0,704-86 199 0 0,4 26-155 0 0,-60 50-41 0 0,-419 27-198 0 0,319 48 1 0 0,-563-45-138 0 0,104 33-1 0 0,-156-42 429 0 0,1 1-1 0 0,0-1 1 0 0,0 0-1 0 0,0-1 1 0 0,0 1-1 0 0,0-1 1 0 0,0 0-1 0 0,7-1 1 0 0,-9 1 1670 0 0,-5-37-399 0 0,-12-69 0 0 0,-1 4-769 0 0,15 93-429 0 0,-7-29 528 0 0,6 36-612 0 0,0 11-92 0 0,-33 296-888 0 0,31-274-894 0 0,2 37 0 0 0,2-57 419 0 0,0 0 0 0 0,0 0 1 0 0,6 19-1 0 0,-6-28 640 0 0,-1 0 1 0 0,1 0-1 0 0,0 0 0 0 0,0 0 0 0 0,0 0 0 0 0,0 0 0 0 0,0-1 0 0 0,0 1 1 0 0,1 0-1 0 0,-1-1 0 0 0,3 3 0 0 0,7 6-4088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35:02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214 196 604 0 0,'-3'0'1171'0'0,"-111"-34"8686"0"0,65 18-6705 0 0,46 15-2680 0 0,0 0-1 0 0,0 0 1 0 0,0 0 0 0 0,0 0-1 0 0,0-1 1 0 0,0 1 0 0 0,0-1-1 0 0,1 0 1 0 0,-1 0 0 0 0,1 0 0 0 0,-1 0-1 0 0,-2-4 1 0 0,4 5 551 0 0,-1-16 423 0 0,5 6-1071 0 0,1-1-1 0 0,0 0 0 0 0,6-12 1 0 0,-5 12-4 0 0,-4 10-83 0 0,-1 2-288 0 0,0 0 0 0 0,0 0 0 0 0,0 1 1 0 0,0-1-1 0 0,0 0 0 0 0,0 0 0 0 0,0 0 0 0 0,0 0 1 0 0,0 0-1 0 0,0 1 0 0 0,0-1 0 0 0,1 0 0 0 0,-1 0 1 0 0,0 0-1 0 0,0 0 0 0 0,0 0 0 0 0,0 0 1 0 0,0 0-1 0 0,0 1 0 0 0,0-1 0 0 0,1 0 0 0 0,-1 0 1 0 0,0 0-1 0 0,0 0 0 0 0,0 0 0 0 0,0 0 0 0 0,0 0 1 0 0,1 0-1 0 0,-1 0 0 0 0,0 0 0 0 0,0 0 1 0 0,0 0-1 0 0,0 0 0 0 0,1 0 0 0 0,-1 0 0 0 0,0 0 1 0 0,0 0-1 0 0,0 0 0 0 0,0 0 0 0 0,0 0 0 0 0,1 0 1 0 0,-1 0-1 0 0,0 0 0 0 0,0 0 0 0 0,0 0 1 0 0,0 0-1 0 0,0-1 0 0 0,1 1 0 0 0,-1 0 0 0 0,0 0 1 0 0,0 0-1 0 0,0 0 0 0 0,0 0 0 0 0,0 0 0 0 0,0-1 1 0 0,1 77-11 0 0,-4 0 1 0 0,-17 98-1 0 0,18-149 4 0 0,0-11 4 0 0,1 0 0 0 0,-2 0 0 0 0,-5 19 1 0 0,8-31 9 0 0,0-1-4 0 0,-1 0 1 0 0,1-1-1 0 0,0 1 1 0 0,0 0-1 0 0,0-1 0 0 0,1 1 1 0 0,-1 0-1 0 0,0 0 1 0 0,0-1-1 0 0,0 1 1 0 0,0 0-1 0 0,1-1 1 0 0,-1 1-1 0 0,0 0 1 0 0,1-1-1 0 0,-1 1 1 0 0,0 0-1 0 0,1-1 1 0 0,0 1-1 0 0,16-3 34 0 0,0-2 0 0 0,0 0 0 0 0,22-9 0 0 0,24-6 8 0 0,107-16 42 0 0,184-14 1 0 0,179 19-9 0 0,464 73-34 0 0,-824-35-109 0 0,-42-4 25 0 0,-88-3 519 0 0,-41-1-259 0 0,7-9 1069 0 0,-9 2-1177 0 0,-1 1 0 0 0,1 0 0 0 0,-1-1 0 0 0,0 1 0 0 0,0 0 0 0 0,-1 0 0 0 0,0 0 0 0 0,0 0 0 0 0,0 0 0 0 0,-6-10 0 0 0,-40-60 196 0 0,34 55-195 0 0,-93-141 311 0 0,106 160-414 0 0,0 0-1 0 0,0 1 1 0 0,1-1 0 0 0,-1 0-1 0 0,0 1 1 0 0,-1-1 0 0 0,1 1-1 0 0,0 0 1 0 0,0-1-1 0 0,-1 1 1 0 0,1 0 0 0 0,-1-1-1 0 0,1 1 1 0 0,-1 0 0 0 0,1 0-1 0 0,-1 0 1 0 0,0 1-1 0 0,1-1 1 0 0,-1 0 0 0 0,0 1-1 0 0,-3-2 1 0 0,3 3-11 0 0,1 0 0 0 0,-1 0 0 0 0,0 0 0 0 0,0 0 0 0 0,1 0 0 0 0,-1 0 0 0 0,1 1 0 0 0,-1-1 0 0 0,1 0 0 0 0,-1 1 0 0 0,1-1 0 0 0,0 1 0 0 0,0 0 0 0 0,0-1 1 0 0,0 1-1 0 0,0 0 0 0 0,0 0 0 0 0,0-1 0 0 0,0 1 0 0 0,1 0 0 0 0,-1 3 0 0 0,-20 55 26 0 0,2 2 0 0 0,-17 103 0 0 0,15-57 10 0 0,19-93-38 0 0,1 1 0 0 0,0 0-1 0 0,2 0 1 0 0,0 0 0 0 0,4 25-1 0 0,-1-12-46 0 0,-3-25 42 0 0,2 1 4 0 0,-2-4-2 0 0,-1 1 7 0 0,0 8-2 0 0,0-8 33 0 0,-2 11 2083 0 0,-1-9-4124 0 0,-32-21-23594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15:58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40 0 0,'0'0'6995'0'0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15:58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69 644 0 0,'0'0'7191'0'0,"3"-11"-9732"0"0,9-35 536 0 0,-9 34 156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13:15:59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88 12317 0 0,'0'0'113'0'0,"-10"-14"-500"0"0,-33-45 130 0 0,32 44-121 0 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ray" descr="/Users/skinnyfish/Downloads/themes/blue/cover.pngcover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-22052" y="-18000"/>
            <a:ext cx="12236104" cy="6894000"/>
          </a:xfrm>
          <a:prstGeom prst="rect">
            <a:avLst/>
          </a:prstGeom>
        </p:spPr>
      </p:pic>
      <p:sp>
        <p:nvSpPr>
          <p:cNvPr id="6" name="body"/>
          <p:cNvSpPr>
            <a:spLocks noGrp="1"/>
          </p:cNvSpPr>
          <p:nvPr>
            <p:ph sz="quarter" idx="10"/>
          </p:nvPr>
        </p:nvSpPr>
        <p:spPr>
          <a:xfrm>
            <a:off x="785495" y="2109470"/>
            <a:ext cx="10810240" cy="27571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795020" y="460375"/>
            <a:ext cx="10800080" cy="1805305"/>
          </a:xfrm>
          <a:prstGeom prst="rect">
            <a:avLst/>
          </a:prstGeom>
        </p:spPr>
        <p:txBody>
          <a:bodyPr anchor="b" anchorCtr="0"/>
          <a:lstStyle>
            <a:lvl1pPr algn="l">
              <a:defRPr sz="4800" b="1">
                <a:solidFill>
                  <a:schemeClr val="bg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ray" descr="/Users/skinnyfish/Downloads/themes/blue/cover.pngcover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-22052" y="-18000"/>
            <a:ext cx="12236104" cy="6894000"/>
          </a:xfrm>
          <a:prstGeom prst="rect">
            <a:avLst/>
          </a:prstGeom>
        </p:spPr>
      </p:pic>
      <p:sp>
        <p:nvSpPr>
          <p:cNvPr id="6" name="body1"/>
          <p:cNvSpPr>
            <a:spLocks noGrp="1"/>
          </p:cNvSpPr>
          <p:nvPr>
            <p:ph sz="quarter" idx="10"/>
          </p:nvPr>
        </p:nvSpPr>
        <p:spPr>
          <a:xfrm>
            <a:off x="785495" y="2109470"/>
            <a:ext cx="10810240" cy="27571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795020" y="460375"/>
            <a:ext cx="10800080" cy="1805305"/>
          </a:xfrm>
          <a:prstGeom prst="rect">
            <a:avLst/>
          </a:prstGeom>
        </p:spPr>
        <p:txBody>
          <a:bodyPr anchor="b" anchorCtr="0"/>
          <a:lstStyle>
            <a:lvl1pPr algn="l">
              <a:defRPr sz="4800" b="1">
                <a:solidFill>
                  <a:schemeClr val="bg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ray" descr="/Users/skinnyfish/Downloads/themes/blue/content.pngcontent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7904480" y="-18098"/>
            <a:ext cx="4297680" cy="6894195"/>
          </a:xfrm>
          <a:prstGeom prst="rect">
            <a:avLst/>
          </a:prstGeom>
        </p:spPr>
      </p:pic>
      <p:sp>
        <p:nvSpPr>
          <p:cNvPr id="5" name="body1"/>
          <p:cNvSpPr>
            <a:spLocks noGrp="1"/>
          </p:cNvSpPr>
          <p:nvPr>
            <p:ph sz="quarter" idx="10"/>
          </p:nvPr>
        </p:nvSpPr>
        <p:spPr>
          <a:xfrm>
            <a:off x="3024000" y="1008000"/>
            <a:ext cx="4651200" cy="841120"/>
          </a:xfrm>
          <a:prstGeom prst="rect">
            <a:avLst/>
          </a:prstGeom>
        </p:spPr>
        <p:txBody>
          <a:bodyPr lIns="0" tIns="0"/>
          <a:lstStyle>
            <a:lvl1pPr marL="1270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5842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0414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4986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19558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header"/>
          <p:cNvSpPr>
            <a:spLocks noGrp="1"/>
          </p:cNvSpPr>
          <p:nvPr>
            <p:ph type="title"/>
          </p:nvPr>
        </p:nvSpPr>
        <p:spPr>
          <a:xfrm>
            <a:off x="820800" y="1317600"/>
            <a:ext cx="2206800" cy="5184000"/>
          </a:xfrm>
          <a:prstGeom prst="rect">
            <a:avLst/>
          </a:prstGeom>
        </p:spPr>
        <p:txBody>
          <a:bodyPr/>
          <a:lstStyle>
            <a:lvl1pPr>
              <a:defRPr sz="2800" b="1"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body2"/>
          <p:cNvSpPr>
            <a:spLocks noGrp="1"/>
          </p:cNvSpPr>
          <p:nvPr>
            <p:ph sz="quarter" idx="11"/>
          </p:nvPr>
        </p:nvSpPr>
        <p:spPr>
          <a:xfrm>
            <a:off x="3024000" y="1861440"/>
            <a:ext cx="4651200" cy="841120"/>
          </a:xfrm>
          <a:prstGeom prst="rect">
            <a:avLst/>
          </a:prstGeom>
        </p:spPr>
        <p:txBody>
          <a:bodyPr lIns="0" tIns="0"/>
          <a:lstStyle>
            <a:lvl1pPr marL="1270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5842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0414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4986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19558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body3"/>
          <p:cNvSpPr>
            <a:spLocks noGrp="1"/>
          </p:cNvSpPr>
          <p:nvPr>
            <p:ph sz="quarter" idx="12"/>
          </p:nvPr>
        </p:nvSpPr>
        <p:spPr>
          <a:xfrm>
            <a:off x="3024000" y="2704720"/>
            <a:ext cx="4651200" cy="841120"/>
          </a:xfrm>
          <a:prstGeom prst="rect">
            <a:avLst/>
          </a:prstGeom>
        </p:spPr>
        <p:txBody>
          <a:bodyPr lIns="0" tIns="0"/>
          <a:lstStyle>
            <a:lvl1pPr marL="1270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5842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0414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4986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19558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body4"/>
          <p:cNvSpPr>
            <a:spLocks noGrp="1"/>
          </p:cNvSpPr>
          <p:nvPr>
            <p:ph sz="quarter" idx="13"/>
          </p:nvPr>
        </p:nvSpPr>
        <p:spPr>
          <a:xfrm>
            <a:off x="3024000" y="3558160"/>
            <a:ext cx="4651200" cy="841120"/>
          </a:xfrm>
          <a:prstGeom prst="rect">
            <a:avLst/>
          </a:prstGeom>
        </p:spPr>
        <p:txBody>
          <a:bodyPr lIns="0" tIns="0"/>
          <a:lstStyle>
            <a:lvl1pPr marL="1270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5842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0414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4986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19558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body5"/>
          <p:cNvSpPr>
            <a:spLocks noGrp="1"/>
          </p:cNvSpPr>
          <p:nvPr>
            <p:ph sz="quarter" idx="14"/>
          </p:nvPr>
        </p:nvSpPr>
        <p:spPr>
          <a:xfrm>
            <a:off x="3024000" y="4401440"/>
            <a:ext cx="4651200" cy="841120"/>
          </a:xfrm>
          <a:prstGeom prst="rect">
            <a:avLst/>
          </a:prstGeom>
        </p:spPr>
        <p:txBody>
          <a:bodyPr lIns="0" tIns="0"/>
          <a:lstStyle>
            <a:lvl1pPr marL="1270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5842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0414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4986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19558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body6"/>
          <p:cNvSpPr>
            <a:spLocks noGrp="1"/>
          </p:cNvSpPr>
          <p:nvPr>
            <p:ph sz="quarter" idx="15"/>
          </p:nvPr>
        </p:nvSpPr>
        <p:spPr>
          <a:xfrm>
            <a:off x="3024000" y="5254880"/>
            <a:ext cx="4651200" cy="841120"/>
          </a:xfrm>
          <a:prstGeom prst="rect">
            <a:avLst/>
          </a:prstGeom>
        </p:spPr>
        <p:txBody>
          <a:bodyPr lIns="0" tIns="0"/>
          <a:lstStyle>
            <a:lvl1pPr marL="1270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5842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0414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4986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19558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ray" descr="/Users/skinnyfish/Downloads/themes/blue/content.pngcontent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7904480" y="-18098"/>
            <a:ext cx="4297680" cy="6894195"/>
          </a:xfrm>
          <a:prstGeom prst="rect">
            <a:avLst/>
          </a:prstGeom>
        </p:spPr>
      </p:pic>
      <p:sp>
        <p:nvSpPr>
          <p:cNvPr id="5" name="body1"/>
          <p:cNvSpPr>
            <a:spLocks noGrp="1"/>
          </p:cNvSpPr>
          <p:nvPr>
            <p:ph sz="quarter" idx="10"/>
          </p:nvPr>
        </p:nvSpPr>
        <p:spPr>
          <a:xfrm>
            <a:off x="3024000" y="1008000"/>
            <a:ext cx="4651200" cy="5436000"/>
          </a:xfrm>
          <a:prstGeom prst="rect">
            <a:avLst/>
          </a:prstGeom>
        </p:spPr>
        <p:txBody>
          <a:bodyPr lIns="0" tIns="0"/>
          <a:lstStyle>
            <a:lvl1pPr marL="342900" indent="-21590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AutoNum type="arabicPeriod"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800100" indent="-21590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AutoNum type="arabicPeriod"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257300" indent="-21590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AutoNum type="arabicPeriod"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714500" indent="-21590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AutoNum type="arabicPeriod"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2171700" indent="-21590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AutoNum type="arabicPeriod"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header"/>
          <p:cNvSpPr>
            <a:spLocks noGrp="1"/>
          </p:cNvSpPr>
          <p:nvPr>
            <p:ph type="title"/>
          </p:nvPr>
        </p:nvSpPr>
        <p:spPr>
          <a:xfrm>
            <a:off x="820800" y="1317600"/>
            <a:ext cx="2206800" cy="5184000"/>
          </a:xfrm>
          <a:prstGeom prst="rect">
            <a:avLst/>
          </a:prstGeom>
        </p:spPr>
        <p:txBody>
          <a:bodyPr/>
          <a:lstStyle>
            <a:lvl1pPr>
              <a:defRPr sz="2800" b="1"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hasis-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ray" descr="/Users/skinnyfish/Downloads/themes/blue/single.pngsingle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-18857" y="-16200"/>
            <a:ext cx="12229714" cy="6890400"/>
          </a:xfrm>
          <a:prstGeom prst="rect">
            <a:avLst/>
          </a:prstGeom>
        </p:spPr>
      </p:pic>
      <p:sp>
        <p:nvSpPr>
          <p:cNvPr id="5" name="body1"/>
          <p:cNvSpPr>
            <a:spLocks noGrp="1"/>
          </p:cNvSpPr>
          <p:nvPr>
            <p:ph sz="quarter" idx="13"/>
          </p:nvPr>
        </p:nvSpPr>
        <p:spPr>
          <a:xfrm>
            <a:off x="335915" y="505460"/>
            <a:ext cx="11520170" cy="1350010"/>
          </a:xfrm>
          <a:prstGeom prst="rect">
            <a:avLst/>
          </a:prstGeom>
        </p:spPr>
        <p:txBody>
          <a:bodyPr lIns="0" tIns="0" anchor="b" anchorCtr="0"/>
          <a:lstStyle>
            <a:lvl1pPr marL="1270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  <a:lvl2pPr marL="5842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2pPr>
            <a:lvl3pPr marL="10414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3pPr>
            <a:lvl4pPr marL="14986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4pPr>
            <a:lvl5pPr marL="19558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335915" y="3058795"/>
            <a:ext cx="11520170" cy="3479165"/>
          </a:xfrm>
          <a:prstGeom prst="rect">
            <a:avLst/>
          </a:prstGeom>
        </p:spPr>
        <p:txBody>
          <a:bodyPr anchor="t" anchorCtr="0"/>
          <a:lstStyle>
            <a:lvl1pPr marL="0" indent="0" algn="ctr" eaLnBrk="1" fontAlgn="auto" latinLnBrk="0" hangingPunct="1">
              <a:lnSpc>
                <a:spcPct val="100000"/>
              </a:lnSpc>
              <a:defRPr sz="3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ha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ray" descr="/Users/skinnyfish/Downloads/themes/blue/single.pngsingle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-18857" y="-16200"/>
            <a:ext cx="12229714" cy="6890400"/>
          </a:xfrm>
          <a:prstGeom prst="rect">
            <a:avLst/>
          </a:prstGeom>
        </p:spPr>
      </p:pic>
      <p:sp>
        <p:nvSpPr>
          <p:cNvPr id="5" name="body"/>
          <p:cNvSpPr>
            <a:spLocks noGrp="1"/>
          </p:cNvSpPr>
          <p:nvPr>
            <p:ph sz="quarter" idx="13"/>
          </p:nvPr>
        </p:nvSpPr>
        <p:spPr>
          <a:xfrm>
            <a:off x="335915" y="505460"/>
            <a:ext cx="11520170" cy="1350010"/>
          </a:xfrm>
          <a:prstGeom prst="rect">
            <a:avLst/>
          </a:prstGeom>
        </p:spPr>
        <p:txBody>
          <a:bodyPr lIns="0" tIns="0" anchor="b" anchorCtr="0"/>
          <a:lstStyle>
            <a:lvl1pPr marL="1270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  <a:lvl2pPr marL="5842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2pPr>
            <a:lvl3pPr marL="10414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3pPr>
            <a:lvl4pPr marL="14986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4pPr>
            <a:lvl5pPr marL="19558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335915" y="3058795"/>
            <a:ext cx="11520170" cy="3479165"/>
          </a:xfrm>
          <a:prstGeom prst="rect">
            <a:avLst/>
          </a:prstGeom>
        </p:spPr>
        <p:txBody>
          <a:bodyPr anchor="t" anchorCtr="0"/>
          <a:lstStyle>
            <a:lvl1pPr marL="0" indent="0" algn="ctr" eaLnBrk="1" fontAlgn="auto" latinLnBrk="0" hangingPunct="1">
              <a:lnSpc>
                <a:spcPct val="100000"/>
              </a:lnSpc>
              <a:defRPr sz="3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hasis-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ody"/>
          <p:cNvSpPr>
            <a:spLocks noGrp="1"/>
          </p:cNvSpPr>
          <p:nvPr>
            <p:ph sz="quarter" idx="13"/>
          </p:nvPr>
        </p:nvSpPr>
        <p:spPr>
          <a:xfrm>
            <a:off x="335915" y="505460"/>
            <a:ext cx="11520170" cy="1350010"/>
          </a:xfrm>
          <a:prstGeom prst="rect">
            <a:avLst/>
          </a:prstGeom>
        </p:spPr>
        <p:txBody>
          <a:bodyPr lIns="0" tIns="0" anchor="b" anchorCtr="0"/>
          <a:lstStyle>
            <a:lvl1pPr marL="1270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  <a:lvl2pPr marL="5842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2pPr>
            <a:lvl3pPr marL="10414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3pPr>
            <a:lvl4pPr marL="14986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4pPr>
            <a:lvl5pPr marL="19558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335915" y="3058795"/>
            <a:ext cx="11520170" cy="3479165"/>
          </a:xfrm>
          <a:prstGeom prst="rect">
            <a:avLst/>
          </a:prstGeom>
        </p:spPr>
        <p:txBody>
          <a:bodyPr anchor="t" anchorCtr="0"/>
          <a:lstStyle>
            <a:lvl1pPr marL="0" indent="0" algn="ctr" eaLnBrk="1" fontAlgn="auto" latinLnBrk="0" hangingPunct="1">
              <a:lnSpc>
                <a:spcPct val="100000"/>
              </a:lnSpc>
              <a:defRPr sz="3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Users/skinnyfish/Downloads/themes/blue/single2.pngsingle2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-18857" y="-16200"/>
            <a:ext cx="12229714" cy="6890400"/>
          </a:xfrm>
          <a:prstGeom prst="rect">
            <a:avLst/>
          </a:prstGeom>
        </p:spPr>
      </p:pic>
      <p:sp>
        <p:nvSpPr>
          <p:cNvPr id="5" name="body"/>
          <p:cNvSpPr>
            <a:spLocks noGrp="1"/>
          </p:cNvSpPr>
          <p:nvPr>
            <p:ph sz="quarter" idx="10"/>
          </p:nvPr>
        </p:nvSpPr>
        <p:spPr>
          <a:xfrm>
            <a:off x="814740" y="2122180"/>
            <a:ext cx="10800000" cy="41364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2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>
              <a:lnSpc>
                <a:spcPct val="100000"/>
              </a:lnSpc>
              <a:defRPr sz="22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>
              <a:lnSpc>
                <a:spcPct val="100000"/>
              </a:lnSpc>
              <a:defRPr sz="22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814740" y="374250"/>
            <a:ext cx="10800000" cy="615600"/>
          </a:xfrm>
          <a:prstGeom prst="rect">
            <a:avLst/>
          </a:prstGeom>
        </p:spPr>
        <p:txBody>
          <a:bodyPr anchor="t" anchorCtr="0"/>
          <a:lstStyle>
            <a:lvl1pPr algn="l">
              <a:defRPr sz="3400" b="1">
                <a:solidFill>
                  <a:schemeClr val="bg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w-pro-list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shape3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8115111" y="1965229"/>
            <a:ext cx="3128317" cy="3873154"/>
          </a:xfrm>
          <a:prstGeom prst="rect">
            <a:avLst/>
          </a:prstGeom>
        </p:spPr>
      </p:pic>
      <p:pic>
        <p:nvPicPr>
          <p:cNvPr id="11" name="shape2"/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>
          <a:xfrm>
            <a:off x="4488292" y="1989662"/>
            <a:ext cx="3114392" cy="3870745"/>
          </a:xfrm>
          <a:prstGeom prst="rect">
            <a:avLst/>
          </a:prstGeom>
        </p:spPr>
      </p:pic>
      <p:pic>
        <p:nvPicPr>
          <p:cNvPr id="5" name="shape1"/>
          <p:cNvPicPr>
            <a:picLocks noChangeAspect="1"/>
          </p:cNvPicPr>
          <p:nvPr userDrawn="1"/>
        </p:nvPicPr>
        <p:blipFill>
          <a:blip r:embed="rId4" cstate="screen"/>
          <a:srcRect/>
          <a:stretch>
            <a:fillRect/>
          </a:stretch>
        </p:blipFill>
        <p:spPr>
          <a:xfrm>
            <a:off x="918297" y="1981689"/>
            <a:ext cx="3119717" cy="3862506"/>
          </a:xfrm>
          <a:prstGeom prst="rect">
            <a:avLst/>
          </a:prstGeom>
        </p:spPr>
      </p:pic>
      <p:sp>
        <p:nvSpPr>
          <p:cNvPr id="13" name="body1"/>
          <p:cNvSpPr>
            <a:spLocks noGrp="1"/>
          </p:cNvSpPr>
          <p:nvPr>
            <p:ph sz="quarter" idx="10"/>
          </p:nvPr>
        </p:nvSpPr>
        <p:spPr>
          <a:xfrm>
            <a:off x="918297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7" name="number1"/>
          <p:cNvSpPr>
            <a:spLocks noGrp="1"/>
          </p:cNvSpPr>
          <p:nvPr>
            <p:ph sz="quarter" idx="14"/>
          </p:nvPr>
        </p:nvSpPr>
        <p:spPr>
          <a:xfrm>
            <a:off x="1101172" y="2640399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body3"/>
          <p:cNvSpPr>
            <a:spLocks noGrp="1"/>
          </p:cNvSpPr>
          <p:nvPr>
            <p:ph sz="quarter" idx="17"/>
          </p:nvPr>
        </p:nvSpPr>
        <p:spPr>
          <a:xfrm>
            <a:off x="8115110" y="1983400"/>
            <a:ext cx="31283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20" name="number3"/>
          <p:cNvSpPr>
            <a:spLocks noGrp="1"/>
          </p:cNvSpPr>
          <p:nvPr>
            <p:ph sz="quarter" idx="18"/>
          </p:nvPr>
        </p:nvSpPr>
        <p:spPr>
          <a:xfrm>
            <a:off x="8328260" y="2644147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body2"/>
          <p:cNvSpPr>
            <a:spLocks noGrp="1"/>
          </p:cNvSpPr>
          <p:nvPr>
            <p:ph sz="quarter" idx="19"/>
          </p:nvPr>
        </p:nvSpPr>
        <p:spPr>
          <a:xfrm>
            <a:off x="4484299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14" name="number2"/>
          <p:cNvSpPr>
            <a:spLocks noGrp="1"/>
          </p:cNvSpPr>
          <p:nvPr>
            <p:ph sz="quarter" idx="20"/>
          </p:nvPr>
        </p:nvSpPr>
        <p:spPr>
          <a:xfrm>
            <a:off x="4702707" y="2640398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" name="tray"/>
          <p:cNvPicPr>
            <a:picLocks noChangeAspect="1"/>
          </p:cNvPicPr>
          <p:nvPr userDrawn="1"/>
        </p:nvPicPr>
        <p:blipFill>
          <a:blip r:embed="rId5"/>
          <a:srcRect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w-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shape3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8115111" y="1965229"/>
            <a:ext cx="3128317" cy="3873154"/>
          </a:xfrm>
          <a:prstGeom prst="rect">
            <a:avLst/>
          </a:prstGeom>
        </p:spPr>
      </p:pic>
      <p:pic>
        <p:nvPicPr>
          <p:cNvPr id="11" name="shape2"/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>
          <a:xfrm>
            <a:off x="4488292" y="1989662"/>
            <a:ext cx="3114392" cy="3870745"/>
          </a:xfrm>
          <a:prstGeom prst="rect">
            <a:avLst/>
          </a:prstGeom>
        </p:spPr>
      </p:pic>
      <p:pic>
        <p:nvPicPr>
          <p:cNvPr id="5" name="shape1"/>
          <p:cNvPicPr>
            <a:picLocks noChangeAspect="1"/>
          </p:cNvPicPr>
          <p:nvPr userDrawn="1"/>
        </p:nvPicPr>
        <p:blipFill>
          <a:blip r:embed="rId4" cstate="screen"/>
          <a:srcRect/>
          <a:stretch>
            <a:fillRect/>
          </a:stretch>
        </p:blipFill>
        <p:spPr>
          <a:xfrm>
            <a:off x="918297" y="1981689"/>
            <a:ext cx="3119717" cy="3862506"/>
          </a:xfrm>
          <a:prstGeom prst="rect">
            <a:avLst/>
          </a:prstGeom>
        </p:spPr>
      </p:pic>
      <p:sp>
        <p:nvSpPr>
          <p:cNvPr id="13" name="body1"/>
          <p:cNvSpPr>
            <a:spLocks noGrp="1"/>
          </p:cNvSpPr>
          <p:nvPr>
            <p:ph sz="quarter" idx="10"/>
          </p:nvPr>
        </p:nvSpPr>
        <p:spPr>
          <a:xfrm>
            <a:off x="918297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7" name="number1"/>
          <p:cNvSpPr>
            <a:spLocks noGrp="1"/>
          </p:cNvSpPr>
          <p:nvPr>
            <p:ph sz="quarter" idx="14"/>
          </p:nvPr>
        </p:nvSpPr>
        <p:spPr>
          <a:xfrm>
            <a:off x="1101172" y="2640399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body3"/>
          <p:cNvSpPr>
            <a:spLocks noGrp="1"/>
          </p:cNvSpPr>
          <p:nvPr>
            <p:ph sz="quarter" idx="17"/>
          </p:nvPr>
        </p:nvSpPr>
        <p:spPr>
          <a:xfrm>
            <a:off x="8115110" y="1983400"/>
            <a:ext cx="31283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20" name="number3"/>
          <p:cNvSpPr>
            <a:spLocks noGrp="1"/>
          </p:cNvSpPr>
          <p:nvPr>
            <p:ph sz="quarter" idx="18"/>
          </p:nvPr>
        </p:nvSpPr>
        <p:spPr>
          <a:xfrm>
            <a:off x="8328260" y="2644147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body2"/>
          <p:cNvSpPr>
            <a:spLocks noGrp="1"/>
          </p:cNvSpPr>
          <p:nvPr>
            <p:ph sz="quarter" idx="19"/>
          </p:nvPr>
        </p:nvSpPr>
        <p:spPr>
          <a:xfrm>
            <a:off x="4484299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14" name="number2"/>
          <p:cNvSpPr>
            <a:spLocks noGrp="1"/>
          </p:cNvSpPr>
          <p:nvPr>
            <p:ph sz="quarter" idx="20"/>
          </p:nvPr>
        </p:nvSpPr>
        <p:spPr>
          <a:xfrm>
            <a:off x="4702707" y="2640398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" name="tray"/>
          <p:cNvPicPr>
            <a:picLocks noChangeAspect="1"/>
          </p:cNvPicPr>
          <p:nvPr userDrawn="1"/>
        </p:nvPicPr>
        <p:blipFill>
          <a:blip r:embed="rId5"/>
          <a:srcRect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w-img-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ray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body1"/>
          <p:cNvSpPr>
            <a:spLocks noGrp="1"/>
          </p:cNvSpPr>
          <p:nvPr>
            <p:ph sz="quarter" idx="10"/>
          </p:nvPr>
        </p:nvSpPr>
        <p:spPr>
          <a:xfrm>
            <a:off x="902963" y="4590898"/>
            <a:ext cx="3276442" cy="1404787"/>
          </a:xfrm>
          <a:prstGeom prst="rect">
            <a:avLst/>
          </a:prstGeom>
          <a:noFill/>
          <a:ln>
            <a:noFill/>
          </a:ln>
        </p:spPr>
        <p:txBody>
          <a:bodyPr lIns="3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8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24" name="body2"/>
          <p:cNvSpPr>
            <a:spLocks noGrp="1"/>
          </p:cNvSpPr>
          <p:nvPr>
            <p:ph sz="quarter" idx="29"/>
          </p:nvPr>
        </p:nvSpPr>
        <p:spPr>
          <a:xfrm>
            <a:off x="4492830" y="4573965"/>
            <a:ext cx="3276440" cy="1404787"/>
          </a:xfrm>
          <a:prstGeom prst="rect">
            <a:avLst/>
          </a:prstGeom>
          <a:noFill/>
          <a:ln>
            <a:noFill/>
          </a:ln>
        </p:spPr>
        <p:txBody>
          <a:bodyPr lIns="3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8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26" name="body3"/>
          <p:cNvSpPr>
            <a:spLocks noGrp="1"/>
          </p:cNvSpPr>
          <p:nvPr>
            <p:ph sz="quarter" idx="31"/>
          </p:nvPr>
        </p:nvSpPr>
        <p:spPr>
          <a:xfrm>
            <a:off x="8031895" y="4557032"/>
            <a:ext cx="3276441" cy="1404787"/>
          </a:xfrm>
          <a:prstGeom prst="rect">
            <a:avLst/>
          </a:prstGeom>
          <a:noFill/>
          <a:ln>
            <a:noFill/>
          </a:ln>
        </p:spPr>
        <p:txBody>
          <a:bodyPr lIns="3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8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pic>
        <p:nvPicPr>
          <p:cNvPr id="34" name="list-item-img1" descr="城市街道与高楼大厦  描述已自动生成"/>
          <p:cNvPicPr>
            <a:picLocks noChangeAspect="1"/>
          </p:cNvPicPr>
          <p:nvPr userDrawn="1"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883663" y="1979435"/>
            <a:ext cx="3346542" cy="2484370"/>
          </a:xfrm>
          <a:prstGeom prst="roundRect">
            <a:avLst>
              <a:gd name="adj" fmla="val 9052"/>
            </a:avLst>
          </a:prstGeom>
        </p:spPr>
      </p:pic>
      <p:pic>
        <p:nvPicPr>
          <p:cNvPr id="42" name="list-item-img2" descr="建筑的摆设布局  中度可信度描述已自动生成"/>
          <p:cNvPicPr>
            <a:picLocks noChangeAspect="1"/>
          </p:cNvPicPr>
          <p:nvPr userDrawn="1"/>
        </p:nvPicPr>
        <p:blipFill rotWithShape="1">
          <a:blip r:embed="rId4" cstate="screen"/>
          <a:srcRect/>
          <a:stretch>
            <a:fillRect/>
          </a:stretch>
        </p:blipFill>
        <p:spPr>
          <a:xfrm>
            <a:off x="4486774" y="1979435"/>
            <a:ext cx="3280700" cy="2487600"/>
          </a:xfrm>
          <a:prstGeom prst="roundRect">
            <a:avLst>
              <a:gd name="adj" fmla="val 9033"/>
            </a:avLst>
          </a:prstGeom>
        </p:spPr>
      </p:pic>
      <p:pic>
        <p:nvPicPr>
          <p:cNvPr id="44" name="list-item-img3" descr="图片包含 户外, 建筑, 男人, 空气  描述已自动生成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8019783" y="1976561"/>
            <a:ext cx="3288553" cy="2467436"/>
          </a:xfrm>
          <a:prstGeom prst="roundRect">
            <a:avLst>
              <a:gd name="adj" fmla="val 8644"/>
            </a:avLst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w-pro-lis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hape1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884580" y="2028742"/>
            <a:ext cx="4930226" cy="3861021"/>
          </a:xfrm>
          <a:prstGeom prst="rect">
            <a:avLst/>
          </a:prstGeom>
        </p:spPr>
      </p:pic>
      <p:pic>
        <p:nvPicPr>
          <p:cNvPr id="9" name="shape2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6377190" y="2028743"/>
            <a:ext cx="4930228" cy="3861021"/>
          </a:xfrm>
          <a:prstGeom prst="rect">
            <a:avLst/>
          </a:prstGeom>
        </p:spPr>
      </p:pic>
      <p:sp>
        <p:nvSpPr>
          <p:cNvPr id="13" name="body1"/>
          <p:cNvSpPr>
            <a:spLocks noGrp="1"/>
          </p:cNvSpPr>
          <p:nvPr>
            <p:ph sz="quarter" idx="10"/>
          </p:nvPr>
        </p:nvSpPr>
        <p:spPr>
          <a:xfrm>
            <a:off x="903514" y="2022938"/>
            <a:ext cx="4911291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lang="en-US" sz="1800" b="1" kern="1200" dirty="0">
                <a:solidFill>
                  <a:schemeClr val="bg1"/>
                </a:solidFill>
                <a:effectLst/>
                <a:latin typeface="Poppins Regular" panose="02000000000000000000" charset="0"/>
                <a:ea typeface="+mn-ea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marL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Font typeface="Arial" panose="020B0604020202090204" pitchFamily="34" charset="0"/>
              <a:buNone/>
            </a:pPr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7" name="number1"/>
          <p:cNvSpPr>
            <a:spLocks noGrp="1"/>
          </p:cNvSpPr>
          <p:nvPr>
            <p:ph sz="quarter" idx="14"/>
          </p:nvPr>
        </p:nvSpPr>
        <p:spPr>
          <a:xfrm>
            <a:off x="1065524" y="2584557"/>
            <a:ext cx="4570790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lang="en-US" sz="4400" b="1" kern="1200" dirty="0">
                <a:solidFill>
                  <a:srgbClr val="93ABDF"/>
                </a:solidFill>
                <a:latin typeface="Poppins Light" panose="02000000000000000000" charset="0"/>
                <a:ea typeface="+mn-ea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9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2" name="body2"/>
          <p:cNvSpPr>
            <a:spLocks noGrp="1"/>
          </p:cNvSpPr>
          <p:nvPr>
            <p:ph sz="quarter" idx="19"/>
          </p:nvPr>
        </p:nvSpPr>
        <p:spPr>
          <a:xfrm>
            <a:off x="6396126" y="2022938"/>
            <a:ext cx="4911291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14" name="number2"/>
          <p:cNvSpPr>
            <a:spLocks noGrp="1"/>
          </p:cNvSpPr>
          <p:nvPr>
            <p:ph sz="quarter" idx="20"/>
          </p:nvPr>
        </p:nvSpPr>
        <p:spPr>
          <a:xfrm>
            <a:off x="6567585" y="2609817"/>
            <a:ext cx="4570791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lang="en-US" sz="4400" b="1" kern="1200" dirty="0">
                <a:solidFill>
                  <a:srgbClr val="93ABDF"/>
                </a:solidFill>
                <a:latin typeface="Poppins Light" panose="02000000000000000000" charset="0"/>
                <a:ea typeface="+mn-ea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9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pic>
        <p:nvPicPr>
          <p:cNvPr id="5" name="tray"/>
          <p:cNvPicPr>
            <a:picLocks noChangeAspect="1"/>
          </p:cNvPicPr>
          <p:nvPr userDrawn="1"/>
        </p:nvPicPr>
        <p:blipFill>
          <a:blip r:embed="rId4"/>
          <a:srcRect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8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hape3" descr="A blue and purple circle with a white circle in the middle  Description automatically generated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87997" y="4202748"/>
            <a:ext cx="1386840" cy="1386840"/>
          </a:xfrm>
          <a:prstGeom prst="rect">
            <a:avLst/>
          </a:prstGeom>
        </p:spPr>
      </p:pic>
      <p:pic>
        <p:nvPicPr>
          <p:cNvPr id="10" name="shape1" descr="A blue and purple circle with a black background  Description automatically generated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75448" y="2595880"/>
            <a:ext cx="1386840" cy="1386840"/>
          </a:xfrm>
          <a:prstGeom prst="rect">
            <a:avLst/>
          </a:prstGeom>
        </p:spPr>
      </p:pic>
      <p:pic>
        <p:nvPicPr>
          <p:cNvPr id="16" name="shape2" descr="A blue and purple circle with a black background  Description automatically generated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249035" y="2595880"/>
            <a:ext cx="1386840" cy="1386840"/>
          </a:xfrm>
          <a:prstGeom prst="rect">
            <a:avLst/>
          </a:prstGeom>
        </p:spPr>
      </p:pic>
      <p:pic>
        <p:nvPicPr>
          <p:cNvPr id="18" name="shape4" descr="A blue and purple circle with a white circle in the middle  Description automatically generated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235700" y="4210050"/>
            <a:ext cx="1386840" cy="1386840"/>
          </a:xfrm>
          <a:prstGeom prst="rect">
            <a:avLst/>
          </a:prstGeom>
        </p:spPr>
      </p:pic>
      <p:pic>
        <p:nvPicPr>
          <p:cNvPr id="20" name="tray"/>
          <p:cNvPicPr>
            <a:picLocks noChangeAspect="1"/>
          </p:cNvPicPr>
          <p:nvPr userDrawn="1"/>
        </p:nvPicPr>
        <p:blipFill>
          <a:blip r:embed="rId6"/>
          <a:srcRect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9" name="body1"/>
          <p:cNvSpPr>
            <a:spLocks noGrp="1"/>
          </p:cNvSpPr>
          <p:nvPr>
            <p:ph sz="quarter" idx="10"/>
          </p:nvPr>
        </p:nvSpPr>
        <p:spPr>
          <a:xfrm>
            <a:off x="898360" y="2362922"/>
            <a:ext cx="3465094" cy="1315506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r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20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algn="r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13" name="body2"/>
          <p:cNvSpPr>
            <a:spLocks noGrp="1"/>
          </p:cNvSpPr>
          <p:nvPr>
            <p:ph sz="quarter" idx="24"/>
          </p:nvPr>
        </p:nvSpPr>
        <p:spPr>
          <a:xfrm>
            <a:off x="7689736" y="2349781"/>
            <a:ext cx="3583858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20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14" name="body4"/>
          <p:cNvSpPr>
            <a:spLocks noGrp="1"/>
          </p:cNvSpPr>
          <p:nvPr>
            <p:ph sz="quarter" idx="25"/>
          </p:nvPr>
        </p:nvSpPr>
        <p:spPr>
          <a:xfrm>
            <a:off x="7727950" y="4348480"/>
            <a:ext cx="3583940" cy="1240790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20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4" name="body3"/>
          <p:cNvSpPr>
            <a:spLocks noGrp="1"/>
          </p:cNvSpPr>
          <p:nvPr>
            <p:ph sz="quarter" idx="26"/>
          </p:nvPr>
        </p:nvSpPr>
        <p:spPr>
          <a:xfrm>
            <a:off x="915634" y="4348141"/>
            <a:ext cx="3465094" cy="1241447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r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20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algn="r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5" name="number1"/>
          <p:cNvSpPr>
            <a:spLocks noGrp="1"/>
          </p:cNvSpPr>
          <p:nvPr>
            <p:ph sz="quarter" idx="14"/>
          </p:nvPr>
        </p:nvSpPr>
        <p:spPr>
          <a:xfrm>
            <a:off x="4636866" y="3011588"/>
            <a:ext cx="1289102" cy="61531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800" b="1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number2"/>
          <p:cNvSpPr>
            <a:spLocks noGrp="1"/>
          </p:cNvSpPr>
          <p:nvPr>
            <p:ph sz="quarter" idx="27"/>
          </p:nvPr>
        </p:nvSpPr>
        <p:spPr>
          <a:xfrm>
            <a:off x="6266034" y="3007140"/>
            <a:ext cx="1289102" cy="61531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800" b="1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number3"/>
          <p:cNvSpPr>
            <a:spLocks noGrp="1"/>
          </p:cNvSpPr>
          <p:nvPr>
            <p:ph sz="quarter" idx="28"/>
          </p:nvPr>
        </p:nvSpPr>
        <p:spPr>
          <a:xfrm>
            <a:off x="4678830" y="4668741"/>
            <a:ext cx="1289102" cy="61531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800" b="1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number4"/>
          <p:cNvSpPr>
            <a:spLocks noGrp="1"/>
          </p:cNvSpPr>
          <p:nvPr>
            <p:ph sz="quarter" idx="29"/>
          </p:nvPr>
        </p:nvSpPr>
        <p:spPr>
          <a:xfrm>
            <a:off x="6266180" y="4672330"/>
            <a:ext cx="1289050" cy="61468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800" b="1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header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lang="en-US" sz="3400" b="1" kern="1200" smtClean="0">
                <a:solidFill>
                  <a:schemeClr val="tx1"/>
                </a:solidFill>
                <a:latin typeface="Poppins SemiBold" panose="02000000000000000000" charset="0"/>
                <a:ea typeface="+mj-ea"/>
                <a:cs typeface="Poppins SemiBold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ody1"/>
          <p:cNvSpPr>
            <a:spLocks noGrp="1"/>
          </p:cNvSpPr>
          <p:nvPr>
            <p:ph sz="quarter" idx="10"/>
          </p:nvPr>
        </p:nvSpPr>
        <p:spPr>
          <a:xfrm>
            <a:off x="8869488" y="3106988"/>
            <a:ext cx="3136348" cy="1146150"/>
          </a:xfrm>
          <a:prstGeom prst="rect">
            <a:avLst/>
          </a:prstGeom>
          <a:noFill/>
          <a:ln>
            <a:noFill/>
          </a:ln>
        </p:spPr>
        <p:txBody>
          <a:bodyPr lIns="72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8869487" y="2227580"/>
            <a:ext cx="3136349" cy="575945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Poppins Medium" panose="02000000000000000000" charset="0"/>
                <a:cs typeface="Poppins Medium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body2"/>
          <p:cNvSpPr>
            <a:spLocks noGrp="1"/>
          </p:cNvSpPr>
          <p:nvPr>
            <p:ph sz="quarter" idx="11"/>
          </p:nvPr>
        </p:nvSpPr>
        <p:spPr>
          <a:xfrm>
            <a:off x="8857614" y="4425150"/>
            <a:ext cx="3136348" cy="1704290"/>
          </a:xfrm>
          <a:prstGeom prst="rect">
            <a:avLst/>
          </a:prstGeom>
          <a:noFill/>
          <a:ln>
            <a:noFill/>
          </a:ln>
        </p:spPr>
        <p:txBody>
          <a:bodyPr lIns="72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pic>
        <p:nvPicPr>
          <p:cNvPr id="4" name="tray" descr="建筑的摆设布局  中度可信度描述已自动生成"/>
          <p:cNvPicPr>
            <a:picLocks noChangeAspect="1"/>
          </p:cNvPicPr>
          <p:nvPr userDrawn="1"/>
        </p:nvPicPr>
        <p:blipFill rotWithShape="1">
          <a:blip r:embed="rId2" cstate="screen"/>
          <a:srcRect r="-1"/>
          <a:stretch>
            <a:fillRect/>
          </a:stretch>
        </p:blipFill>
        <p:spPr>
          <a:xfrm>
            <a:off x="333554" y="358776"/>
            <a:ext cx="8153221" cy="6140448"/>
          </a:xfrm>
          <a:prstGeom prst="roundRect">
            <a:avLst>
              <a:gd name="adj" fmla="val 5599"/>
            </a:avLst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hape1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5559714" y="1513836"/>
            <a:ext cx="5346755" cy="1323062"/>
          </a:xfrm>
          <a:prstGeom prst="rect">
            <a:avLst/>
          </a:prstGeom>
        </p:spPr>
      </p:pic>
      <p:pic>
        <p:nvPicPr>
          <p:cNvPr id="16" name="shape3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5566439" y="4684480"/>
            <a:ext cx="5346754" cy="1323062"/>
          </a:xfrm>
          <a:prstGeom prst="rect">
            <a:avLst/>
          </a:prstGeom>
        </p:spPr>
      </p:pic>
      <p:pic>
        <p:nvPicPr>
          <p:cNvPr id="8" name="shape2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5559714" y="3094986"/>
            <a:ext cx="5353479" cy="1323062"/>
          </a:xfrm>
          <a:prstGeom prst="rect">
            <a:avLst/>
          </a:prstGeom>
        </p:spPr>
      </p:pic>
      <p:sp>
        <p:nvSpPr>
          <p:cNvPr id="9" name="body1"/>
          <p:cNvSpPr>
            <a:spLocks noGrp="1"/>
          </p:cNvSpPr>
          <p:nvPr>
            <p:ph sz="quarter" idx="10"/>
          </p:nvPr>
        </p:nvSpPr>
        <p:spPr>
          <a:xfrm>
            <a:off x="5572070" y="1521392"/>
            <a:ext cx="5346755" cy="1315506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5469737" y="679316"/>
            <a:ext cx="6093372" cy="417964"/>
          </a:xfrm>
          <a:prstGeom prst="rect">
            <a:avLst/>
          </a:prstGeom>
        </p:spPr>
        <p:txBody>
          <a:bodyPr/>
          <a:lstStyle>
            <a:lvl1pPr>
              <a:defRPr sz="2800" b="0">
                <a:latin typeface="Poppins Medium" panose="02000000000000000000" charset="0"/>
                <a:cs typeface="Poppins Medium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body2"/>
          <p:cNvSpPr>
            <a:spLocks noGrp="1"/>
          </p:cNvSpPr>
          <p:nvPr>
            <p:ph sz="quarter" idx="24"/>
          </p:nvPr>
        </p:nvSpPr>
        <p:spPr>
          <a:xfrm>
            <a:off x="5572070" y="3103330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14" name="body3"/>
          <p:cNvSpPr>
            <a:spLocks noGrp="1"/>
          </p:cNvSpPr>
          <p:nvPr>
            <p:ph sz="quarter" idx="25"/>
          </p:nvPr>
        </p:nvSpPr>
        <p:spPr>
          <a:xfrm>
            <a:off x="5579482" y="4686805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pic>
        <p:nvPicPr>
          <p:cNvPr id="2" name="tray" descr="/Users/skinnyfish/Downloads/themes/blue/content.pngcontent"/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>
          <a:xfrm flipH="1">
            <a:off x="-10048" y="-10049"/>
            <a:ext cx="4295746" cy="68910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list-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ape1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5559714" y="1513836"/>
            <a:ext cx="5346755" cy="1323062"/>
          </a:xfrm>
          <a:prstGeom prst="rect">
            <a:avLst/>
          </a:prstGeom>
        </p:spPr>
      </p:pic>
      <p:pic>
        <p:nvPicPr>
          <p:cNvPr id="4" name="shape3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5566439" y="4684480"/>
            <a:ext cx="5346754" cy="1323062"/>
          </a:xfrm>
          <a:prstGeom prst="rect">
            <a:avLst/>
          </a:prstGeom>
        </p:spPr>
      </p:pic>
      <p:pic>
        <p:nvPicPr>
          <p:cNvPr id="5" name="shape2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5559714" y="3094986"/>
            <a:ext cx="5353479" cy="1323062"/>
          </a:xfrm>
          <a:prstGeom prst="rect">
            <a:avLst/>
          </a:prstGeom>
        </p:spPr>
      </p:pic>
      <p:sp>
        <p:nvSpPr>
          <p:cNvPr id="6" name="body1"/>
          <p:cNvSpPr>
            <a:spLocks noGrp="1"/>
          </p:cNvSpPr>
          <p:nvPr>
            <p:ph sz="quarter" idx="10"/>
          </p:nvPr>
        </p:nvSpPr>
        <p:spPr>
          <a:xfrm>
            <a:off x="5572070" y="1521392"/>
            <a:ext cx="5346755" cy="1315506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10" name="header"/>
          <p:cNvSpPr>
            <a:spLocks noGrp="1"/>
          </p:cNvSpPr>
          <p:nvPr>
            <p:ph type="title"/>
          </p:nvPr>
        </p:nvSpPr>
        <p:spPr>
          <a:xfrm>
            <a:off x="5469737" y="679316"/>
            <a:ext cx="6093372" cy="417964"/>
          </a:xfrm>
          <a:prstGeom prst="rect">
            <a:avLst/>
          </a:prstGeom>
        </p:spPr>
        <p:txBody>
          <a:bodyPr/>
          <a:lstStyle>
            <a:lvl1pPr>
              <a:defRPr sz="2800" b="0">
                <a:latin typeface="Poppins Medium" panose="02000000000000000000" charset="0"/>
                <a:cs typeface="Poppins Medium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body2"/>
          <p:cNvSpPr>
            <a:spLocks noGrp="1"/>
          </p:cNvSpPr>
          <p:nvPr>
            <p:ph sz="quarter" idx="24"/>
          </p:nvPr>
        </p:nvSpPr>
        <p:spPr>
          <a:xfrm>
            <a:off x="5572070" y="3103330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12" name="body3"/>
          <p:cNvSpPr>
            <a:spLocks noGrp="1"/>
          </p:cNvSpPr>
          <p:nvPr>
            <p:ph sz="quarter" idx="25"/>
          </p:nvPr>
        </p:nvSpPr>
        <p:spPr>
          <a:xfrm>
            <a:off x="5579482" y="4686805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pro-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hape1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5559714" y="1513836"/>
            <a:ext cx="5346755" cy="1323062"/>
          </a:xfrm>
          <a:prstGeom prst="rect">
            <a:avLst/>
          </a:prstGeom>
        </p:spPr>
      </p:pic>
      <p:pic>
        <p:nvPicPr>
          <p:cNvPr id="16" name="shape3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5566439" y="4684480"/>
            <a:ext cx="5346754" cy="1323062"/>
          </a:xfrm>
          <a:prstGeom prst="rect">
            <a:avLst/>
          </a:prstGeom>
        </p:spPr>
      </p:pic>
      <p:pic>
        <p:nvPicPr>
          <p:cNvPr id="8" name="shape2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5559714" y="3094986"/>
            <a:ext cx="5353479" cy="1323062"/>
          </a:xfrm>
          <a:prstGeom prst="rect">
            <a:avLst/>
          </a:prstGeom>
        </p:spPr>
      </p:pic>
      <p:sp>
        <p:nvSpPr>
          <p:cNvPr id="9" name="body1"/>
          <p:cNvSpPr>
            <a:spLocks noGrp="1"/>
          </p:cNvSpPr>
          <p:nvPr>
            <p:ph sz="quarter" idx="10"/>
          </p:nvPr>
        </p:nvSpPr>
        <p:spPr>
          <a:xfrm>
            <a:off x="5572070" y="1521392"/>
            <a:ext cx="5346755" cy="1315506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5469737" y="679316"/>
            <a:ext cx="6093372" cy="417964"/>
          </a:xfrm>
          <a:prstGeom prst="rect">
            <a:avLst/>
          </a:prstGeom>
        </p:spPr>
        <p:txBody>
          <a:bodyPr/>
          <a:lstStyle>
            <a:lvl1pPr>
              <a:defRPr sz="2800" b="0">
                <a:latin typeface="Poppins Medium" panose="02000000000000000000" charset="0"/>
                <a:cs typeface="Poppins Medium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body2"/>
          <p:cNvSpPr>
            <a:spLocks noGrp="1"/>
          </p:cNvSpPr>
          <p:nvPr>
            <p:ph sz="quarter" idx="24"/>
          </p:nvPr>
        </p:nvSpPr>
        <p:spPr>
          <a:xfrm>
            <a:off x="5572070" y="3103330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14" name="body3"/>
          <p:cNvSpPr>
            <a:spLocks noGrp="1"/>
          </p:cNvSpPr>
          <p:nvPr>
            <p:ph sz="quarter" idx="25"/>
          </p:nvPr>
        </p:nvSpPr>
        <p:spPr>
          <a:xfrm>
            <a:off x="5579482" y="4686805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pic>
        <p:nvPicPr>
          <p:cNvPr id="2" name="tray" descr="/Users/skinnyfish/Downloads/themes/blue/content.pngcontent"/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>
          <a:xfrm flipH="1">
            <a:off x="-10048" y="-10049"/>
            <a:ext cx="4295746" cy="68910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tray" descr="/Users/skinnyfish/Downloads/themes/blue/content.pngcontent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 flipH="1">
            <a:off x="-10048" y="-10049"/>
            <a:ext cx="4295746" cy="6891093"/>
          </a:xfrm>
          <a:prstGeom prst="rect">
            <a:avLst/>
          </a:prstGeom>
        </p:spPr>
      </p:pic>
      <p:sp>
        <p:nvSpPr>
          <p:cNvPr id="9" name="body"/>
          <p:cNvSpPr>
            <a:spLocks noGrp="1"/>
          </p:cNvSpPr>
          <p:nvPr>
            <p:ph sz="quarter" idx="10"/>
          </p:nvPr>
        </p:nvSpPr>
        <p:spPr>
          <a:xfrm>
            <a:off x="5735999" y="1942140"/>
            <a:ext cx="6120000" cy="4641215"/>
          </a:xfrm>
          <a:prstGeom prst="rect">
            <a:avLst/>
          </a:prstGeom>
        </p:spPr>
        <p:txBody>
          <a:bodyPr/>
          <a:lstStyle>
            <a:lvl1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5627999" y="1146515"/>
            <a:ext cx="6159600" cy="583200"/>
          </a:xfrm>
          <a:prstGeom prst="rect">
            <a:avLst/>
          </a:prstGeom>
        </p:spPr>
        <p:txBody>
          <a:bodyPr/>
          <a:lstStyle>
            <a:lvl1pPr>
              <a:defRPr sz="3200" b="0">
                <a:latin typeface="Poppins Medium" panose="02000000000000000000" charset="0"/>
                <a:cs typeface="Poppins Medium" panose="0200000000000000000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-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ray" descr="/Users/skinnyfish/Downloads/themes/blue/cover.pngcover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-22052" y="-18000"/>
            <a:ext cx="12236104" cy="6894000"/>
          </a:xfrm>
          <a:prstGeom prst="rect">
            <a:avLst/>
          </a:prstGeom>
        </p:spPr>
      </p:pic>
      <p:sp>
        <p:nvSpPr>
          <p:cNvPr id="5" name="body"/>
          <p:cNvSpPr>
            <a:spLocks noGrp="1"/>
          </p:cNvSpPr>
          <p:nvPr>
            <p:ph sz="quarter" idx="10"/>
          </p:nvPr>
        </p:nvSpPr>
        <p:spPr>
          <a:xfrm>
            <a:off x="828675" y="3121660"/>
            <a:ext cx="10810240" cy="27571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header"/>
          <p:cNvSpPr>
            <a:spLocks noGrp="1"/>
          </p:cNvSpPr>
          <p:nvPr>
            <p:ph type="title"/>
          </p:nvPr>
        </p:nvSpPr>
        <p:spPr>
          <a:xfrm>
            <a:off x="838200" y="1418590"/>
            <a:ext cx="10800080" cy="1805305"/>
          </a:xfrm>
          <a:prstGeom prst="rect">
            <a:avLst/>
          </a:prstGeom>
        </p:spPr>
        <p:txBody>
          <a:bodyPr bIns="0" anchor="b" anchorCtr="0"/>
          <a:lstStyle>
            <a:lvl1pPr algn="l">
              <a:defRPr sz="4800" b="1">
                <a:solidFill>
                  <a:schemeClr val="bg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cover-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ray" descr="/Users/skinnyfish/Downloads/themes/blue/cover.pngcover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-22052" y="-18000"/>
            <a:ext cx="12236104" cy="6894000"/>
          </a:xfrm>
          <a:prstGeom prst="rect">
            <a:avLst/>
          </a:prstGeom>
        </p:spPr>
      </p:pic>
      <p:sp>
        <p:nvSpPr>
          <p:cNvPr id="5" name="body1"/>
          <p:cNvSpPr>
            <a:spLocks noGrp="1"/>
          </p:cNvSpPr>
          <p:nvPr>
            <p:ph sz="quarter" idx="10"/>
          </p:nvPr>
        </p:nvSpPr>
        <p:spPr>
          <a:xfrm>
            <a:off x="828675" y="3121660"/>
            <a:ext cx="10810240" cy="27571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header"/>
          <p:cNvSpPr>
            <a:spLocks noGrp="1"/>
          </p:cNvSpPr>
          <p:nvPr>
            <p:ph type="title"/>
          </p:nvPr>
        </p:nvSpPr>
        <p:spPr>
          <a:xfrm>
            <a:off x="838200" y="1418590"/>
            <a:ext cx="10800080" cy="1805305"/>
          </a:xfrm>
          <a:prstGeom prst="rect">
            <a:avLst/>
          </a:prstGeom>
        </p:spPr>
        <p:txBody>
          <a:bodyPr bIns="0" anchor="b" anchorCtr="0"/>
          <a:lstStyle>
            <a:lvl1pPr algn="l">
              <a:defRPr sz="4800" b="1">
                <a:solidFill>
                  <a:schemeClr val="bg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27.png"/><Relationship Id="rId3" Type="http://schemas.openxmlformats.org/officeDocument/2006/relationships/image" Target="../media/image22.jpeg"/><Relationship Id="rId7" Type="http://schemas.openxmlformats.org/officeDocument/2006/relationships/image" Target="../media/image24.png"/><Relationship Id="rId12" Type="http://schemas.openxmlformats.org/officeDocument/2006/relationships/customXml" Target="../ink/ink5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1.xml"/><Relationship Id="rId6" Type="http://schemas.openxmlformats.org/officeDocument/2006/relationships/customXml" Target="../ink/ink2.xml"/><Relationship Id="rId11" Type="http://schemas.openxmlformats.org/officeDocument/2006/relationships/image" Target="../media/image26.png"/><Relationship Id="rId5" Type="http://schemas.openxmlformats.org/officeDocument/2006/relationships/image" Target="../media/image23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.png"/><Relationship Id="rId18" Type="http://schemas.openxmlformats.org/officeDocument/2006/relationships/customXml" Target="../ink/ink12.xml"/><Relationship Id="rId26" Type="http://schemas.openxmlformats.org/officeDocument/2006/relationships/customXml" Target="../ink/ink16.xml"/><Relationship Id="rId39" Type="http://schemas.openxmlformats.org/officeDocument/2006/relationships/image" Target="../media/image44.png"/><Relationship Id="rId21" Type="http://schemas.openxmlformats.org/officeDocument/2006/relationships/image" Target="../media/image35.png"/><Relationship Id="rId34" Type="http://schemas.openxmlformats.org/officeDocument/2006/relationships/customXml" Target="../ink/ink20.xml"/><Relationship Id="rId7" Type="http://schemas.openxmlformats.org/officeDocument/2006/relationships/image" Target="../media/image28.png"/><Relationship Id="rId12" Type="http://schemas.openxmlformats.org/officeDocument/2006/relationships/customXml" Target="../ink/ink9.xml"/><Relationship Id="rId17" Type="http://schemas.openxmlformats.org/officeDocument/2006/relationships/image" Target="../media/image33.png"/><Relationship Id="rId25" Type="http://schemas.openxmlformats.org/officeDocument/2006/relationships/image" Target="../media/image37.png"/><Relationship Id="rId33" Type="http://schemas.openxmlformats.org/officeDocument/2006/relationships/image" Target="../media/image41.png"/><Relationship Id="rId38" Type="http://schemas.openxmlformats.org/officeDocument/2006/relationships/customXml" Target="../ink/ink22.xml"/><Relationship Id="rId2" Type="http://schemas.openxmlformats.org/officeDocument/2006/relationships/image" Target="../media/image5.png"/><Relationship Id="rId16" Type="http://schemas.openxmlformats.org/officeDocument/2006/relationships/customXml" Target="../ink/ink11.xml"/><Relationship Id="rId20" Type="http://schemas.openxmlformats.org/officeDocument/2006/relationships/customXml" Target="../ink/ink13.xml"/><Relationship Id="rId29" Type="http://schemas.openxmlformats.org/officeDocument/2006/relationships/image" Target="../media/image39.png"/><Relationship Id="rId1" Type="http://schemas.openxmlformats.org/officeDocument/2006/relationships/slideLayout" Target="../slideLayouts/slideLayout21.xml"/><Relationship Id="rId6" Type="http://schemas.openxmlformats.org/officeDocument/2006/relationships/customXml" Target="../ink/ink6.xml"/><Relationship Id="rId11" Type="http://schemas.openxmlformats.org/officeDocument/2006/relationships/image" Target="../media/image30.png"/><Relationship Id="rId24" Type="http://schemas.openxmlformats.org/officeDocument/2006/relationships/customXml" Target="../ink/ink15.xml"/><Relationship Id="rId32" Type="http://schemas.openxmlformats.org/officeDocument/2006/relationships/customXml" Target="../ink/ink19.xml"/><Relationship Id="rId37" Type="http://schemas.openxmlformats.org/officeDocument/2006/relationships/image" Target="../media/image43.png"/><Relationship Id="rId5" Type="http://schemas.openxmlformats.org/officeDocument/2006/relationships/image" Target="../media/image8.png"/><Relationship Id="rId15" Type="http://schemas.openxmlformats.org/officeDocument/2006/relationships/image" Target="../media/image32.png"/><Relationship Id="rId23" Type="http://schemas.openxmlformats.org/officeDocument/2006/relationships/image" Target="../media/image36.png"/><Relationship Id="rId28" Type="http://schemas.openxmlformats.org/officeDocument/2006/relationships/customXml" Target="../ink/ink17.xml"/><Relationship Id="rId36" Type="http://schemas.openxmlformats.org/officeDocument/2006/relationships/customXml" Target="../ink/ink21.xml"/><Relationship Id="rId10" Type="http://schemas.openxmlformats.org/officeDocument/2006/relationships/customXml" Target="../ink/ink8.xml"/><Relationship Id="rId19" Type="http://schemas.openxmlformats.org/officeDocument/2006/relationships/image" Target="../media/image34.png"/><Relationship Id="rId31" Type="http://schemas.openxmlformats.org/officeDocument/2006/relationships/image" Target="../media/image40.png"/><Relationship Id="rId4" Type="http://schemas.openxmlformats.org/officeDocument/2006/relationships/image" Target="../media/image7.png"/><Relationship Id="rId9" Type="http://schemas.openxmlformats.org/officeDocument/2006/relationships/image" Target="../media/image29.png"/><Relationship Id="rId14" Type="http://schemas.openxmlformats.org/officeDocument/2006/relationships/customXml" Target="../ink/ink10.xml"/><Relationship Id="rId22" Type="http://schemas.openxmlformats.org/officeDocument/2006/relationships/customXml" Target="../ink/ink14.xml"/><Relationship Id="rId27" Type="http://schemas.openxmlformats.org/officeDocument/2006/relationships/image" Target="../media/image38.png"/><Relationship Id="rId30" Type="http://schemas.openxmlformats.org/officeDocument/2006/relationships/customXml" Target="../ink/ink18.xml"/><Relationship Id="rId35" Type="http://schemas.openxmlformats.org/officeDocument/2006/relationships/image" Target="../media/image42.png"/><Relationship Id="rId8" Type="http://schemas.openxmlformats.org/officeDocument/2006/relationships/customXml" Target="../ink/ink7.xml"/><Relationship Id="rId3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7" Type="http://schemas.openxmlformats.org/officeDocument/2006/relationships/image" Target="../media/image4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1.xml"/><Relationship Id="rId6" Type="http://schemas.openxmlformats.org/officeDocument/2006/relationships/customXml" Target="../ink/ink24.xml"/><Relationship Id="rId5" Type="http://schemas.openxmlformats.org/officeDocument/2006/relationships/image" Target="../media/image46.png"/><Relationship Id="rId4" Type="http://schemas.openxmlformats.org/officeDocument/2006/relationships/customXml" Target="../ink/ink23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5.png"/><Relationship Id="rId21" Type="http://schemas.openxmlformats.org/officeDocument/2006/relationships/image" Target="../media/image57.png"/><Relationship Id="rId42" Type="http://schemas.openxmlformats.org/officeDocument/2006/relationships/customXml" Target="../ink/ink45.xml"/><Relationship Id="rId63" Type="http://schemas.openxmlformats.org/officeDocument/2006/relationships/image" Target="../media/image78.png"/><Relationship Id="rId84" Type="http://schemas.openxmlformats.org/officeDocument/2006/relationships/customXml" Target="../ink/ink66.xml"/><Relationship Id="rId138" Type="http://schemas.openxmlformats.org/officeDocument/2006/relationships/customXml" Target="../ink/ink93.xml"/><Relationship Id="rId159" Type="http://schemas.openxmlformats.org/officeDocument/2006/relationships/image" Target="../media/image126.png"/><Relationship Id="rId170" Type="http://schemas.openxmlformats.org/officeDocument/2006/relationships/image" Target="../media/image131.png"/><Relationship Id="rId191" Type="http://schemas.openxmlformats.org/officeDocument/2006/relationships/customXml" Target="../ink/ink120.xml"/><Relationship Id="rId205" Type="http://schemas.openxmlformats.org/officeDocument/2006/relationships/customXml" Target="../ink/ink127.xml"/><Relationship Id="rId226" Type="http://schemas.openxmlformats.org/officeDocument/2006/relationships/image" Target="../media/image159.png"/><Relationship Id="rId107" Type="http://schemas.openxmlformats.org/officeDocument/2006/relationships/image" Target="../media/image100.png"/><Relationship Id="rId11" Type="http://schemas.openxmlformats.org/officeDocument/2006/relationships/image" Target="../media/image52.png"/><Relationship Id="rId32" Type="http://schemas.openxmlformats.org/officeDocument/2006/relationships/customXml" Target="../ink/ink40.xml"/><Relationship Id="rId53" Type="http://schemas.openxmlformats.org/officeDocument/2006/relationships/image" Target="../media/image73.png"/><Relationship Id="rId74" Type="http://schemas.openxmlformats.org/officeDocument/2006/relationships/customXml" Target="../ink/ink61.xml"/><Relationship Id="rId128" Type="http://schemas.openxmlformats.org/officeDocument/2006/relationships/customXml" Target="../ink/ink88.xml"/><Relationship Id="rId149" Type="http://schemas.openxmlformats.org/officeDocument/2006/relationships/image" Target="../media/image121.png"/><Relationship Id="rId5" Type="http://schemas.openxmlformats.org/officeDocument/2006/relationships/image" Target="../media/image49.png"/><Relationship Id="rId95" Type="http://schemas.openxmlformats.org/officeDocument/2006/relationships/image" Target="../media/image94.png"/><Relationship Id="rId160" Type="http://schemas.openxmlformats.org/officeDocument/2006/relationships/customXml" Target="../ink/ink104.xml"/><Relationship Id="rId181" Type="http://schemas.openxmlformats.org/officeDocument/2006/relationships/customXml" Target="../ink/ink115.xml"/><Relationship Id="rId216" Type="http://schemas.openxmlformats.org/officeDocument/2006/relationships/image" Target="../media/image154.png"/><Relationship Id="rId237" Type="http://schemas.openxmlformats.org/officeDocument/2006/relationships/customXml" Target="../ink/ink143.xml"/><Relationship Id="rId22" Type="http://schemas.openxmlformats.org/officeDocument/2006/relationships/customXml" Target="../ink/ink35.xml"/><Relationship Id="rId43" Type="http://schemas.openxmlformats.org/officeDocument/2006/relationships/image" Target="../media/image68.png"/><Relationship Id="rId64" Type="http://schemas.openxmlformats.org/officeDocument/2006/relationships/customXml" Target="../ink/ink56.xml"/><Relationship Id="rId118" Type="http://schemas.openxmlformats.org/officeDocument/2006/relationships/customXml" Target="../ink/ink83.xml"/><Relationship Id="rId139" Type="http://schemas.openxmlformats.org/officeDocument/2006/relationships/image" Target="../media/image116.png"/><Relationship Id="rId85" Type="http://schemas.openxmlformats.org/officeDocument/2006/relationships/image" Target="../media/image89.png"/><Relationship Id="rId150" Type="http://schemas.openxmlformats.org/officeDocument/2006/relationships/customXml" Target="../ink/ink99.xml"/><Relationship Id="rId171" Type="http://schemas.openxmlformats.org/officeDocument/2006/relationships/customXml" Target="../ink/ink110.xml"/><Relationship Id="rId192" Type="http://schemas.openxmlformats.org/officeDocument/2006/relationships/image" Target="../media/image142.png"/><Relationship Id="rId206" Type="http://schemas.openxmlformats.org/officeDocument/2006/relationships/image" Target="../media/image149.png"/><Relationship Id="rId227" Type="http://schemas.openxmlformats.org/officeDocument/2006/relationships/customXml" Target="../ink/ink138.xml"/><Relationship Id="rId12" Type="http://schemas.openxmlformats.org/officeDocument/2006/relationships/customXml" Target="../ink/ink30.xml"/><Relationship Id="rId33" Type="http://schemas.openxmlformats.org/officeDocument/2006/relationships/image" Target="../media/image63.png"/><Relationship Id="rId108" Type="http://schemas.openxmlformats.org/officeDocument/2006/relationships/customXml" Target="../ink/ink78.xml"/><Relationship Id="rId129" Type="http://schemas.openxmlformats.org/officeDocument/2006/relationships/image" Target="../media/image111.png"/><Relationship Id="rId54" Type="http://schemas.openxmlformats.org/officeDocument/2006/relationships/customXml" Target="../ink/ink51.xml"/><Relationship Id="rId75" Type="http://schemas.openxmlformats.org/officeDocument/2006/relationships/image" Target="../media/image84.png"/><Relationship Id="rId96" Type="http://schemas.openxmlformats.org/officeDocument/2006/relationships/customXml" Target="../ink/ink72.xml"/><Relationship Id="rId140" Type="http://schemas.openxmlformats.org/officeDocument/2006/relationships/customXml" Target="../ink/ink94.xml"/><Relationship Id="rId161" Type="http://schemas.openxmlformats.org/officeDocument/2006/relationships/customXml" Target="../ink/ink105.xml"/><Relationship Id="rId182" Type="http://schemas.openxmlformats.org/officeDocument/2006/relationships/image" Target="../media/image137.png"/><Relationship Id="rId217" Type="http://schemas.openxmlformats.org/officeDocument/2006/relationships/customXml" Target="../ink/ink133.xml"/><Relationship Id="rId6" Type="http://schemas.openxmlformats.org/officeDocument/2006/relationships/customXml" Target="../ink/ink27.xml"/><Relationship Id="rId238" Type="http://schemas.openxmlformats.org/officeDocument/2006/relationships/image" Target="../media/image165.png"/><Relationship Id="rId23" Type="http://schemas.openxmlformats.org/officeDocument/2006/relationships/image" Target="../media/image58.png"/><Relationship Id="rId119" Type="http://schemas.openxmlformats.org/officeDocument/2006/relationships/image" Target="../media/image106.png"/><Relationship Id="rId44" Type="http://schemas.openxmlformats.org/officeDocument/2006/relationships/customXml" Target="../ink/ink46.xml"/><Relationship Id="rId65" Type="http://schemas.openxmlformats.org/officeDocument/2006/relationships/image" Target="../media/image79.png"/><Relationship Id="rId86" Type="http://schemas.openxmlformats.org/officeDocument/2006/relationships/customXml" Target="../ink/ink67.xml"/><Relationship Id="rId130" Type="http://schemas.openxmlformats.org/officeDocument/2006/relationships/customXml" Target="../ink/ink89.xml"/><Relationship Id="rId151" Type="http://schemas.openxmlformats.org/officeDocument/2006/relationships/image" Target="../media/image122.png"/><Relationship Id="rId172" Type="http://schemas.openxmlformats.org/officeDocument/2006/relationships/image" Target="../media/image132.png"/><Relationship Id="rId193" Type="http://schemas.openxmlformats.org/officeDocument/2006/relationships/customXml" Target="../ink/ink121.xml"/><Relationship Id="rId207" Type="http://schemas.openxmlformats.org/officeDocument/2006/relationships/customXml" Target="../ink/ink128.xml"/><Relationship Id="rId228" Type="http://schemas.openxmlformats.org/officeDocument/2006/relationships/image" Target="../media/image160.png"/><Relationship Id="rId13" Type="http://schemas.openxmlformats.org/officeDocument/2006/relationships/image" Target="../media/image53.png"/><Relationship Id="rId109" Type="http://schemas.openxmlformats.org/officeDocument/2006/relationships/image" Target="../media/image101.png"/><Relationship Id="rId34" Type="http://schemas.openxmlformats.org/officeDocument/2006/relationships/customXml" Target="../ink/ink41.xml"/><Relationship Id="rId55" Type="http://schemas.openxmlformats.org/officeDocument/2006/relationships/image" Target="../media/image74.png"/><Relationship Id="rId76" Type="http://schemas.openxmlformats.org/officeDocument/2006/relationships/customXml" Target="../ink/ink62.xml"/><Relationship Id="rId97" Type="http://schemas.openxmlformats.org/officeDocument/2006/relationships/image" Target="../media/image95.png"/><Relationship Id="rId120" Type="http://schemas.openxmlformats.org/officeDocument/2006/relationships/customXml" Target="../ink/ink84.xml"/><Relationship Id="rId141" Type="http://schemas.openxmlformats.org/officeDocument/2006/relationships/image" Target="../media/image117.png"/><Relationship Id="rId7" Type="http://schemas.openxmlformats.org/officeDocument/2006/relationships/image" Target="../media/image50.png"/><Relationship Id="rId162" Type="http://schemas.openxmlformats.org/officeDocument/2006/relationships/image" Target="../media/image127.png"/><Relationship Id="rId183" Type="http://schemas.openxmlformats.org/officeDocument/2006/relationships/customXml" Target="../ink/ink116.xml"/><Relationship Id="rId218" Type="http://schemas.openxmlformats.org/officeDocument/2006/relationships/image" Target="../media/image155.png"/><Relationship Id="rId239" Type="http://schemas.openxmlformats.org/officeDocument/2006/relationships/customXml" Target="../ink/ink144.xml"/><Relationship Id="rId24" Type="http://schemas.openxmlformats.org/officeDocument/2006/relationships/customXml" Target="../ink/ink36.xml"/><Relationship Id="rId45" Type="http://schemas.openxmlformats.org/officeDocument/2006/relationships/image" Target="../media/image69.png"/><Relationship Id="rId66" Type="http://schemas.openxmlformats.org/officeDocument/2006/relationships/customXml" Target="../ink/ink57.xml"/><Relationship Id="rId87" Type="http://schemas.openxmlformats.org/officeDocument/2006/relationships/image" Target="../media/image90.png"/><Relationship Id="rId110" Type="http://schemas.openxmlformats.org/officeDocument/2006/relationships/customXml" Target="../ink/ink79.xml"/><Relationship Id="rId131" Type="http://schemas.openxmlformats.org/officeDocument/2006/relationships/image" Target="../media/image112.png"/><Relationship Id="rId152" Type="http://schemas.openxmlformats.org/officeDocument/2006/relationships/customXml" Target="../ink/ink100.xml"/><Relationship Id="rId173" Type="http://schemas.openxmlformats.org/officeDocument/2006/relationships/customXml" Target="../ink/ink111.xml"/><Relationship Id="rId194" Type="http://schemas.openxmlformats.org/officeDocument/2006/relationships/image" Target="../media/image143.png"/><Relationship Id="rId208" Type="http://schemas.openxmlformats.org/officeDocument/2006/relationships/image" Target="../media/image150.png"/><Relationship Id="rId229" Type="http://schemas.openxmlformats.org/officeDocument/2006/relationships/customXml" Target="../ink/ink139.xml"/><Relationship Id="rId240" Type="http://schemas.openxmlformats.org/officeDocument/2006/relationships/image" Target="../media/image166.png"/><Relationship Id="rId14" Type="http://schemas.openxmlformats.org/officeDocument/2006/relationships/customXml" Target="../ink/ink31.xml"/><Relationship Id="rId35" Type="http://schemas.openxmlformats.org/officeDocument/2006/relationships/image" Target="../media/image64.png"/><Relationship Id="rId56" Type="http://schemas.openxmlformats.org/officeDocument/2006/relationships/customXml" Target="../ink/ink52.xml"/><Relationship Id="rId77" Type="http://schemas.openxmlformats.org/officeDocument/2006/relationships/image" Target="../media/image85.png"/><Relationship Id="rId100" Type="http://schemas.openxmlformats.org/officeDocument/2006/relationships/customXml" Target="../ink/ink74.xml"/><Relationship Id="rId8" Type="http://schemas.openxmlformats.org/officeDocument/2006/relationships/customXml" Target="../ink/ink28.xml"/><Relationship Id="rId98" Type="http://schemas.openxmlformats.org/officeDocument/2006/relationships/customXml" Target="../ink/ink73.xml"/><Relationship Id="rId121" Type="http://schemas.openxmlformats.org/officeDocument/2006/relationships/image" Target="../media/image107.png"/><Relationship Id="rId142" Type="http://schemas.openxmlformats.org/officeDocument/2006/relationships/customXml" Target="../ink/ink95.xml"/><Relationship Id="rId163" Type="http://schemas.openxmlformats.org/officeDocument/2006/relationships/customXml" Target="../ink/ink106.xml"/><Relationship Id="rId184" Type="http://schemas.openxmlformats.org/officeDocument/2006/relationships/image" Target="../media/image138.png"/><Relationship Id="rId219" Type="http://schemas.openxmlformats.org/officeDocument/2006/relationships/customXml" Target="../ink/ink134.xml"/><Relationship Id="rId230" Type="http://schemas.openxmlformats.org/officeDocument/2006/relationships/image" Target="../media/image161.png"/><Relationship Id="rId25" Type="http://schemas.openxmlformats.org/officeDocument/2006/relationships/image" Target="../media/image59.png"/><Relationship Id="rId46" Type="http://schemas.openxmlformats.org/officeDocument/2006/relationships/customXml" Target="../ink/ink47.xml"/><Relationship Id="rId67" Type="http://schemas.openxmlformats.org/officeDocument/2006/relationships/image" Target="../media/image80.png"/><Relationship Id="rId88" Type="http://schemas.openxmlformats.org/officeDocument/2006/relationships/customXml" Target="../ink/ink68.xml"/><Relationship Id="rId111" Type="http://schemas.openxmlformats.org/officeDocument/2006/relationships/image" Target="../media/image102.png"/><Relationship Id="rId132" Type="http://schemas.openxmlformats.org/officeDocument/2006/relationships/customXml" Target="../ink/ink90.xml"/><Relationship Id="rId153" Type="http://schemas.openxmlformats.org/officeDocument/2006/relationships/image" Target="../media/image123.png"/><Relationship Id="rId174" Type="http://schemas.openxmlformats.org/officeDocument/2006/relationships/image" Target="../media/image133.png"/><Relationship Id="rId195" Type="http://schemas.openxmlformats.org/officeDocument/2006/relationships/customXml" Target="../ink/ink122.xml"/><Relationship Id="rId209" Type="http://schemas.openxmlformats.org/officeDocument/2006/relationships/customXml" Target="../ink/ink129.xml"/><Relationship Id="rId220" Type="http://schemas.openxmlformats.org/officeDocument/2006/relationships/image" Target="../media/image156.png"/><Relationship Id="rId241" Type="http://schemas.openxmlformats.org/officeDocument/2006/relationships/customXml" Target="../ink/ink145.xml"/><Relationship Id="rId15" Type="http://schemas.openxmlformats.org/officeDocument/2006/relationships/image" Target="../media/image54.png"/><Relationship Id="rId36" Type="http://schemas.openxmlformats.org/officeDocument/2006/relationships/customXml" Target="../ink/ink42.xml"/><Relationship Id="rId57" Type="http://schemas.openxmlformats.org/officeDocument/2006/relationships/image" Target="../media/image75.png"/><Relationship Id="rId10" Type="http://schemas.openxmlformats.org/officeDocument/2006/relationships/customXml" Target="../ink/ink29.xml"/><Relationship Id="rId31" Type="http://schemas.openxmlformats.org/officeDocument/2006/relationships/image" Target="../media/image62.png"/><Relationship Id="rId52" Type="http://schemas.openxmlformats.org/officeDocument/2006/relationships/customXml" Target="../ink/ink50.xml"/><Relationship Id="rId73" Type="http://schemas.openxmlformats.org/officeDocument/2006/relationships/image" Target="../media/image83.png"/><Relationship Id="rId78" Type="http://schemas.openxmlformats.org/officeDocument/2006/relationships/customXml" Target="../ink/ink63.xml"/><Relationship Id="rId94" Type="http://schemas.openxmlformats.org/officeDocument/2006/relationships/customXml" Target="../ink/ink71.xml"/><Relationship Id="rId99" Type="http://schemas.openxmlformats.org/officeDocument/2006/relationships/image" Target="../media/image96.png"/><Relationship Id="rId101" Type="http://schemas.openxmlformats.org/officeDocument/2006/relationships/image" Target="../media/image97.png"/><Relationship Id="rId122" Type="http://schemas.openxmlformats.org/officeDocument/2006/relationships/customXml" Target="../ink/ink85.xml"/><Relationship Id="rId143" Type="http://schemas.openxmlformats.org/officeDocument/2006/relationships/image" Target="../media/image118.png"/><Relationship Id="rId148" Type="http://schemas.openxmlformats.org/officeDocument/2006/relationships/customXml" Target="../ink/ink98.xml"/><Relationship Id="rId164" Type="http://schemas.openxmlformats.org/officeDocument/2006/relationships/image" Target="../media/image128.png"/><Relationship Id="rId169" Type="http://schemas.openxmlformats.org/officeDocument/2006/relationships/customXml" Target="../ink/ink109.xml"/><Relationship Id="rId185" Type="http://schemas.openxmlformats.org/officeDocument/2006/relationships/customXml" Target="../ink/ink117.xml"/><Relationship Id="rId4" Type="http://schemas.openxmlformats.org/officeDocument/2006/relationships/customXml" Target="../ink/ink26.xml"/><Relationship Id="rId9" Type="http://schemas.openxmlformats.org/officeDocument/2006/relationships/image" Target="../media/image51.png"/><Relationship Id="rId180" Type="http://schemas.openxmlformats.org/officeDocument/2006/relationships/image" Target="../media/image136.png"/><Relationship Id="rId210" Type="http://schemas.openxmlformats.org/officeDocument/2006/relationships/image" Target="../media/image151.png"/><Relationship Id="rId215" Type="http://schemas.openxmlformats.org/officeDocument/2006/relationships/customXml" Target="../ink/ink132.xml"/><Relationship Id="rId236" Type="http://schemas.openxmlformats.org/officeDocument/2006/relationships/image" Target="../media/image164.png"/><Relationship Id="rId26" Type="http://schemas.openxmlformats.org/officeDocument/2006/relationships/customXml" Target="../ink/ink37.xml"/><Relationship Id="rId231" Type="http://schemas.openxmlformats.org/officeDocument/2006/relationships/customXml" Target="../ink/ink140.xml"/><Relationship Id="rId47" Type="http://schemas.openxmlformats.org/officeDocument/2006/relationships/image" Target="../media/image70.png"/><Relationship Id="rId68" Type="http://schemas.openxmlformats.org/officeDocument/2006/relationships/customXml" Target="../ink/ink58.xml"/><Relationship Id="rId89" Type="http://schemas.openxmlformats.org/officeDocument/2006/relationships/image" Target="../media/image91.png"/><Relationship Id="rId112" Type="http://schemas.openxmlformats.org/officeDocument/2006/relationships/customXml" Target="../ink/ink80.xml"/><Relationship Id="rId133" Type="http://schemas.openxmlformats.org/officeDocument/2006/relationships/image" Target="../media/image113.png"/><Relationship Id="rId154" Type="http://schemas.openxmlformats.org/officeDocument/2006/relationships/customXml" Target="../ink/ink101.xml"/><Relationship Id="rId175" Type="http://schemas.openxmlformats.org/officeDocument/2006/relationships/customXml" Target="../ink/ink112.xml"/><Relationship Id="rId196" Type="http://schemas.openxmlformats.org/officeDocument/2006/relationships/image" Target="../media/image144.png"/><Relationship Id="rId200" Type="http://schemas.openxmlformats.org/officeDocument/2006/relationships/image" Target="../media/image146.png"/><Relationship Id="rId16" Type="http://schemas.openxmlformats.org/officeDocument/2006/relationships/customXml" Target="../ink/ink32.xml"/><Relationship Id="rId221" Type="http://schemas.openxmlformats.org/officeDocument/2006/relationships/customXml" Target="../ink/ink135.xml"/><Relationship Id="rId242" Type="http://schemas.openxmlformats.org/officeDocument/2006/relationships/image" Target="../media/image167.png"/><Relationship Id="rId37" Type="http://schemas.openxmlformats.org/officeDocument/2006/relationships/image" Target="../media/image65.png"/><Relationship Id="rId58" Type="http://schemas.openxmlformats.org/officeDocument/2006/relationships/customXml" Target="../ink/ink53.xml"/><Relationship Id="rId79" Type="http://schemas.openxmlformats.org/officeDocument/2006/relationships/image" Target="../media/image86.png"/><Relationship Id="rId102" Type="http://schemas.openxmlformats.org/officeDocument/2006/relationships/customXml" Target="../ink/ink75.xml"/><Relationship Id="rId123" Type="http://schemas.openxmlformats.org/officeDocument/2006/relationships/image" Target="../media/image108.png"/><Relationship Id="rId144" Type="http://schemas.openxmlformats.org/officeDocument/2006/relationships/customXml" Target="../ink/ink96.xml"/><Relationship Id="rId90" Type="http://schemas.openxmlformats.org/officeDocument/2006/relationships/customXml" Target="../ink/ink69.xml"/><Relationship Id="rId165" Type="http://schemas.openxmlformats.org/officeDocument/2006/relationships/customXml" Target="../ink/ink107.xml"/><Relationship Id="rId186" Type="http://schemas.openxmlformats.org/officeDocument/2006/relationships/image" Target="../media/image139.png"/><Relationship Id="rId211" Type="http://schemas.openxmlformats.org/officeDocument/2006/relationships/customXml" Target="../ink/ink130.xml"/><Relationship Id="rId232" Type="http://schemas.openxmlformats.org/officeDocument/2006/relationships/image" Target="../media/image162.png"/><Relationship Id="rId27" Type="http://schemas.openxmlformats.org/officeDocument/2006/relationships/image" Target="../media/image60.png"/><Relationship Id="rId48" Type="http://schemas.openxmlformats.org/officeDocument/2006/relationships/customXml" Target="../ink/ink48.xml"/><Relationship Id="rId69" Type="http://schemas.openxmlformats.org/officeDocument/2006/relationships/image" Target="../media/image81.png"/><Relationship Id="rId113" Type="http://schemas.openxmlformats.org/officeDocument/2006/relationships/image" Target="../media/image103.png"/><Relationship Id="rId134" Type="http://schemas.openxmlformats.org/officeDocument/2006/relationships/customXml" Target="../ink/ink91.xml"/><Relationship Id="rId80" Type="http://schemas.openxmlformats.org/officeDocument/2006/relationships/customXml" Target="../ink/ink64.xml"/><Relationship Id="rId155" Type="http://schemas.openxmlformats.org/officeDocument/2006/relationships/image" Target="../media/image124.png"/><Relationship Id="rId176" Type="http://schemas.openxmlformats.org/officeDocument/2006/relationships/image" Target="../media/image134.png"/><Relationship Id="rId197" Type="http://schemas.openxmlformats.org/officeDocument/2006/relationships/customXml" Target="../ink/ink123.xml"/><Relationship Id="rId201" Type="http://schemas.openxmlformats.org/officeDocument/2006/relationships/customXml" Target="../ink/ink125.xml"/><Relationship Id="rId222" Type="http://schemas.openxmlformats.org/officeDocument/2006/relationships/image" Target="../media/image157.png"/><Relationship Id="rId243" Type="http://schemas.openxmlformats.org/officeDocument/2006/relationships/customXml" Target="../ink/ink146.xml"/><Relationship Id="rId17" Type="http://schemas.openxmlformats.org/officeDocument/2006/relationships/image" Target="../media/image55.png"/><Relationship Id="rId38" Type="http://schemas.openxmlformats.org/officeDocument/2006/relationships/customXml" Target="../ink/ink43.xml"/><Relationship Id="rId59" Type="http://schemas.openxmlformats.org/officeDocument/2006/relationships/image" Target="../media/image76.png"/><Relationship Id="rId103" Type="http://schemas.openxmlformats.org/officeDocument/2006/relationships/image" Target="../media/image98.png"/><Relationship Id="rId124" Type="http://schemas.openxmlformats.org/officeDocument/2006/relationships/customXml" Target="../ink/ink86.xml"/><Relationship Id="rId70" Type="http://schemas.openxmlformats.org/officeDocument/2006/relationships/customXml" Target="../ink/ink59.xml"/><Relationship Id="rId91" Type="http://schemas.openxmlformats.org/officeDocument/2006/relationships/image" Target="../media/image92.png"/><Relationship Id="rId145" Type="http://schemas.openxmlformats.org/officeDocument/2006/relationships/image" Target="../media/image119.png"/><Relationship Id="rId166" Type="http://schemas.openxmlformats.org/officeDocument/2006/relationships/image" Target="../media/image129.png"/><Relationship Id="rId187" Type="http://schemas.openxmlformats.org/officeDocument/2006/relationships/customXml" Target="../ink/ink118.xml"/><Relationship Id="rId1" Type="http://schemas.openxmlformats.org/officeDocument/2006/relationships/slideLayout" Target="../slideLayouts/slideLayout21.xml"/><Relationship Id="rId212" Type="http://schemas.openxmlformats.org/officeDocument/2006/relationships/image" Target="../media/image152.png"/><Relationship Id="rId233" Type="http://schemas.openxmlformats.org/officeDocument/2006/relationships/customXml" Target="../ink/ink141.xml"/><Relationship Id="rId28" Type="http://schemas.openxmlformats.org/officeDocument/2006/relationships/customXml" Target="../ink/ink38.xml"/><Relationship Id="rId49" Type="http://schemas.openxmlformats.org/officeDocument/2006/relationships/image" Target="../media/image71.png"/><Relationship Id="rId114" Type="http://schemas.openxmlformats.org/officeDocument/2006/relationships/customXml" Target="../ink/ink81.xml"/><Relationship Id="rId60" Type="http://schemas.openxmlformats.org/officeDocument/2006/relationships/customXml" Target="../ink/ink54.xml"/><Relationship Id="rId81" Type="http://schemas.openxmlformats.org/officeDocument/2006/relationships/image" Target="../media/image87.png"/><Relationship Id="rId135" Type="http://schemas.openxmlformats.org/officeDocument/2006/relationships/image" Target="../media/image114.png"/><Relationship Id="rId156" Type="http://schemas.openxmlformats.org/officeDocument/2006/relationships/customXml" Target="../ink/ink102.xml"/><Relationship Id="rId177" Type="http://schemas.openxmlformats.org/officeDocument/2006/relationships/customXml" Target="../ink/ink113.xml"/><Relationship Id="rId198" Type="http://schemas.openxmlformats.org/officeDocument/2006/relationships/image" Target="../media/image145.png"/><Relationship Id="rId202" Type="http://schemas.openxmlformats.org/officeDocument/2006/relationships/image" Target="../media/image147.png"/><Relationship Id="rId223" Type="http://schemas.openxmlformats.org/officeDocument/2006/relationships/customXml" Target="../ink/ink136.xml"/><Relationship Id="rId244" Type="http://schemas.openxmlformats.org/officeDocument/2006/relationships/image" Target="../media/image168.png"/><Relationship Id="rId18" Type="http://schemas.openxmlformats.org/officeDocument/2006/relationships/customXml" Target="../ink/ink33.xml"/><Relationship Id="rId39" Type="http://schemas.openxmlformats.org/officeDocument/2006/relationships/image" Target="../media/image66.png"/><Relationship Id="rId50" Type="http://schemas.openxmlformats.org/officeDocument/2006/relationships/customXml" Target="../ink/ink49.xml"/><Relationship Id="rId104" Type="http://schemas.openxmlformats.org/officeDocument/2006/relationships/customXml" Target="../ink/ink76.xml"/><Relationship Id="rId125" Type="http://schemas.openxmlformats.org/officeDocument/2006/relationships/image" Target="../media/image109.png"/><Relationship Id="rId146" Type="http://schemas.openxmlformats.org/officeDocument/2006/relationships/customXml" Target="../ink/ink97.xml"/><Relationship Id="rId167" Type="http://schemas.openxmlformats.org/officeDocument/2006/relationships/customXml" Target="../ink/ink108.xml"/><Relationship Id="rId188" Type="http://schemas.openxmlformats.org/officeDocument/2006/relationships/image" Target="../media/image140.png"/><Relationship Id="rId71" Type="http://schemas.openxmlformats.org/officeDocument/2006/relationships/image" Target="../media/image82.png"/><Relationship Id="rId92" Type="http://schemas.openxmlformats.org/officeDocument/2006/relationships/customXml" Target="../ink/ink70.xml"/><Relationship Id="rId213" Type="http://schemas.openxmlformats.org/officeDocument/2006/relationships/customXml" Target="../ink/ink131.xml"/><Relationship Id="rId234" Type="http://schemas.openxmlformats.org/officeDocument/2006/relationships/image" Target="../media/image163.png"/><Relationship Id="rId2" Type="http://schemas.openxmlformats.org/officeDocument/2006/relationships/customXml" Target="../ink/ink25.xml"/><Relationship Id="rId29" Type="http://schemas.openxmlformats.org/officeDocument/2006/relationships/image" Target="../media/image61.png"/><Relationship Id="rId40" Type="http://schemas.openxmlformats.org/officeDocument/2006/relationships/customXml" Target="../ink/ink44.xml"/><Relationship Id="rId115" Type="http://schemas.openxmlformats.org/officeDocument/2006/relationships/image" Target="../media/image104.png"/><Relationship Id="rId136" Type="http://schemas.openxmlformats.org/officeDocument/2006/relationships/customXml" Target="../ink/ink92.xml"/><Relationship Id="rId157" Type="http://schemas.openxmlformats.org/officeDocument/2006/relationships/image" Target="../media/image125.png"/><Relationship Id="rId178" Type="http://schemas.openxmlformats.org/officeDocument/2006/relationships/image" Target="../media/image135.png"/><Relationship Id="rId61" Type="http://schemas.openxmlformats.org/officeDocument/2006/relationships/image" Target="../media/image77.png"/><Relationship Id="rId82" Type="http://schemas.openxmlformats.org/officeDocument/2006/relationships/customXml" Target="../ink/ink65.xml"/><Relationship Id="rId199" Type="http://schemas.openxmlformats.org/officeDocument/2006/relationships/customXml" Target="../ink/ink124.xml"/><Relationship Id="rId203" Type="http://schemas.openxmlformats.org/officeDocument/2006/relationships/customXml" Target="../ink/ink126.xml"/><Relationship Id="rId19" Type="http://schemas.openxmlformats.org/officeDocument/2006/relationships/image" Target="../media/image56.png"/><Relationship Id="rId224" Type="http://schemas.openxmlformats.org/officeDocument/2006/relationships/image" Target="../media/image158.png"/><Relationship Id="rId245" Type="http://schemas.openxmlformats.org/officeDocument/2006/relationships/customXml" Target="../ink/ink147.xml"/><Relationship Id="rId30" Type="http://schemas.openxmlformats.org/officeDocument/2006/relationships/customXml" Target="../ink/ink39.xml"/><Relationship Id="rId105" Type="http://schemas.openxmlformats.org/officeDocument/2006/relationships/image" Target="../media/image99.png"/><Relationship Id="rId126" Type="http://schemas.openxmlformats.org/officeDocument/2006/relationships/customXml" Target="../ink/ink87.xml"/><Relationship Id="rId147" Type="http://schemas.openxmlformats.org/officeDocument/2006/relationships/image" Target="../media/image120.png"/><Relationship Id="rId168" Type="http://schemas.openxmlformats.org/officeDocument/2006/relationships/image" Target="../media/image130.png"/><Relationship Id="rId51" Type="http://schemas.openxmlformats.org/officeDocument/2006/relationships/image" Target="../media/image72.png"/><Relationship Id="rId72" Type="http://schemas.openxmlformats.org/officeDocument/2006/relationships/customXml" Target="../ink/ink60.xml"/><Relationship Id="rId93" Type="http://schemas.openxmlformats.org/officeDocument/2006/relationships/image" Target="../media/image93.png"/><Relationship Id="rId189" Type="http://schemas.openxmlformats.org/officeDocument/2006/relationships/customXml" Target="../ink/ink119.xml"/><Relationship Id="rId3" Type="http://schemas.openxmlformats.org/officeDocument/2006/relationships/image" Target="../media/image48.png"/><Relationship Id="rId214" Type="http://schemas.openxmlformats.org/officeDocument/2006/relationships/image" Target="../media/image153.png"/><Relationship Id="rId235" Type="http://schemas.openxmlformats.org/officeDocument/2006/relationships/customXml" Target="../ink/ink142.xml"/><Relationship Id="rId116" Type="http://schemas.openxmlformats.org/officeDocument/2006/relationships/customXml" Target="../ink/ink82.xml"/><Relationship Id="rId137" Type="http://schemas.openxmlformats.org/officeDocument/2006/relationships/image" Target="../media/image115.png"/><Relationship Id="rId158" Type="http://schemas.openxmlformats.org/officeDocument/2006/relationships/customXml" Target="../ink/ink103.xml"/><Relationship Id="rId20" Type="http://schemas.openxmlformats.org/officeDocument/2006/relationships/customXml" Target="../ink/ink34.xml"/><Relationship Id="rId41" Type="http://schemas.openxmlformats.org/officeDocument/2006/relationships/image" Target="../media/image67.png"/><Relationship Id="rId62" Type="http://schemas.openxmlformats.org/officeDocument/2006/relationships/customXml" Target="../ink/ink55.xml"/><Relationship Id="rId83" Type="http://schemas.openxmlformats.org/officeDocument/2006/relationships/image" Target="../media/image88.png"/><Relationship Id="rId179" Type="http://schemas.openxmlformats.org/officeDocument/2006/relationships/customXml" Target="../ink/ink114.xml"/><Relationship Id="rId190" Type="http://schemas.openxmlformats.org/officeDocument/2006/relationships/image" Target="../media/image141.png"/><Relationship Id="rId204" Type="http://schemas.openxmlformats.org/officeDocument/2006/relationships/image" Target="../media/image148.png"/><Relationship Id="rId225" Type="http://schemas.openxmlformats.org/officeDocument/2006/relationships/customXml" Target="../ink/ink137.xml"/><Relationship Id="rId246" Type="http://schemas.openxmlformats.org/officeDocument/2006/relationships/image" Target="../media/image169.png"/><Relationship Id="rId106" Type="http://schemas.openxmlformats.org/officeDocument/2006/relationships/customXml" Target="../ink/ink77.xml"/><Relationship Id="rId127" Type="http://schemas.openxmlformats.org/officeDocument/2006/relationships/image" Target="../media/image1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3" Type="http://schemas.openxmlformats.org/officeDocument/2006/relationships/customXml" Target="../ink/ink148.xml"/><Relationship Id="rId7" Type="http://schemas.openxmlformats.org/officeDocument/2006/relationships/customXml" Target="../ink/ink150.xm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70.png"/><Relationship Id="rId5" Type="http://schemas.openxmlformats.org/officeDocument/2006/relationships/customXml" Target="../ink/ink149.xml"/><Relationship Id="rId4" Type="http://schemas.openxmlformats.org/officeDocument/2006/relationships/image" Target="../media/image10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ody1"/>
          <p:cNvSpPr>
            <a:spLocks noGrp="1"/>
          </p:cNvSpPr>
          <p:nvPr>
            <p:ph sz="quarter" idx="10"/>
          </p:nvPr>
        </p:nvSpPr>
        <p:spPr>
          <a:xfrm>
            <a:off x="785495" y="2109470"/>
            <a:ext cx="10810240" cy="27571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4"/>
            <a:endParaRPr lang="en-US" dirty="0"/>
          </a:p>
        </p:txBody>
      </p:sp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795020" y="460375"/>
            <a:ext cx="10800080" cy="1805305"/>
          </a:xfrm>
          <a:prstGeom prst="rect">
            <a:avLst/>
          </a:prstGeom>
        </p:spPr>
        <p:txBody>
          <a:bodyPr anchor="b" anchorCtr="0"/>
          <a:lstStyle>
            <a:lvl1pPr algn="l">
              <a:defRPr sz="4800" b="1">
                <a:solidFill>
                  <a:schemeClr val="bg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The Art of Debugging: Mastering Software Problem-Solving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ra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4480" y="-18098"/>
            <a:ext cx="4297680" cy="6894195"/>
          </a:xfrm>
          <a:prstGeom prst="rect">
            <a:avLst/>
          </a:prstGeom>
        </p:spPr>
      </p:pic>
      <p:sp>
        <p:nvSpPr>
          <p:cNvPr id="5" name="body1"/>
          <p:cNvSpPr>
            <a:spLocks noGrp="1"/>
          </p:cNvSpPr>
          <p:nvPr>
            <p:ph sz="quarter" idx="10"/>
          </p:nvPr>
        </p:nvSpPr>
        <p:spPr>
          <a:xfrm>
            <a:off x="3024000" y="1008000"/>
            <a:ext cx="4651200" cy="841120"/>
          </a:xfrm>
          <a:prstGeom prst="rect">
            <a:avLst/>
          </a:prstGeom>
        </p:spPr>
        <p:txBody>
          <a:bodyPr lIns="0" tIns="0"/>
          <a:lstStyle>
            <a:lvl1pPr marL="1270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5842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0414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4986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19558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0"/>
            <a:r>
              <a:rPr lang="en-US" dirty="0"/>
              <a:t>1. Introduction to Debugging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  <a:p>
            <a:pPr lvl="4"/>
            <a:endParaRPr lang="en-US" dirty="0"/>
          </a:p>
        </p:txBody>
      </p:sp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820800" y="1317600"/>
            <a:ext cx="2206800" cy="5184000"/>
          </a:xfrm>
          <a:prstGeom prst="rect">
            <a:avLst/>
          </a:prstGeom>
        </p:spPr>
        <p:txBody>
          <a:bodyPr/>
          <a:lstStyle>
            <a:lvl1pPr>
              <a:defRPr sz="2800" b="1"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Content</a:t>
            </a:r>
          </a:p>
        </p:txBody>
      </p:sp>
      <p:sp>
        <p:nvSpPr>
          <p:cNvPr id="4" name="body2"/>
          <p:cNvSpPr>
            <a:spLocks noGrp="1"/>
          </p:cNvSpPr>
          <p:nvPr>
            <p:ph sz="quarter" idx="11"/>
          </p:nvPr>
        </p:nvSpPr>
        <p:spPr>
          <a:xfrm>
            <a:off x="3024000" y="1861440"/>
            <a:ext cx="4651200" cy="841120"/>
          </a:xfrm>
          <a:prstGeom prst="rect">
            <a:avLst/>
          </a:prstGeom>
        </p:spPr>
        <p:txBody>
          <a:bodyPr lIns="0" tIns="0"/>
          <a:lstStyle>
            <a:lvl1pPr marL="1270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5842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0414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4986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19558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0"/>
            <a:r>
              <a:rPr lang="en-US" dirty="0"/>
              <a:t>2. Debugging Techniques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  <a:p>
            <a:pPr lvl="4"/>
            <a:endParaRPr lang="en-US" dirty="0"/>
          </a:p>
        </p:txBody>
      </p:sp>
      <p:sp>
        <p:nvSpPr>
          <p:cNvPr id="6" name="body3"/>
          <p:cNvSpPr>
            <a:spLocks noGrp="1"/>
          </p:cNvSpPr>
          <p:nvPr>
            <p:ph sz="quarter" idx="12"/>
          </p:nvPr>
        </p:nvSpPr>
        <p:spPr>
          <a:xfrm>
            <a:off x="3024000" y="2704720"/>
            <a:ext cx="4651200" cy="841120"/>
          </a:xfrm>
          <a:prstGeom prst="rect">
            <a:avLst/>
          </a:prstGeom>
        </p:spPr>
        <p:txBody>
          <a:bodyPr lIns="0" tIns="0"/>
          <a:lstStyle>
            <a:lvl1pPr marL="1270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5842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0414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4986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19558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0"/>
            <a:r>
              <a:rPr lang="en-US" dirty="0"/>
              <a:t>3. Debugging in Practice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  <a:p>
            <a:pPr lvl="4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ra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857" y="-16200"/>
            <a:ext cx="12229714" cy="6890400"/>
          </a:xfrm>
          <a:prstGeom prst="rect">
            <a:avLst/>
          </a:prstGeom>
        </p:spPr>
      </p:pic>
      <p:sp>
        <p:nvSpPr>
          <p:cNvPr id="5" name="body1"/>
          <p:cNvSpPr>
            <a:spLocks noGrp="1"/>
          </p:cNvSpPr>
          <p:nvPr>
            <p:ph sz="quarter" idx="13"/>
          </p:nvPr>
        </p:nvSpPr>
        <p:spPr>
          <a:xfrm>
            <a:off x="335915" y="505460"/>
            <a:ext cx="11520170" cy="1350010"/>
          </a:xfrm>
          <a:prstGeom prst="rect">
            <a:avLst/>
          </a:prstGeom>
        </p:spPr>
        <p:txBody>
          <a:bodyPr lIns="0" tIns="0" anchor="b" anchorCtr="0"/>
          <a:lstStyle>
            <a:lvl1pPr marL="1270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  <a:lvl2pPr marL="5842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2pPr>
            <a:lvl3pPr marL="10414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3pPr>
            <a:lvl4pPr marL="14986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4pPr>
            <a:lvl5pPr marL="19558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</a:lstStyle>
          <a:p>
            <a:pPr lvl="0"/>
            <a:r>
              <a:rPr lang="en-US" dirty="0"/>
              <a:t>Section 1</a:t>
            </a:r>
          </a:p>
          <a:p>
            <a:pPr lvl="1"/>
            <a:endParaRPr lang="en-US" dirty="0"/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335915" y="3058795"/>
            <a:ext cx="11520170" cy="3479165"/>
          </a:xfrm>
          <a:prstGeom prst="rect">
            <a:avLst/>
          </a:prstGeom>
        </p:spPr>
        <p:txBody>
          <a:bodyPr anchor="t" anchorCtr="0"/>
          <a:lstStyle>
            <a:lvl1pPr marL="0" indent="0" algn="ctr" eaLnBrk="1" fontAlgn="auto" latinLnBrk="0" hangingPunct="1">
              <a:lnSpc>
                <a:spcPct val="100000"/>
              </a:lnSpc>
              <a:defRPr sz="3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</a:lstStyle>
          <a:p>
            <a:r>
              <a:rPr lang="en-US"/>
              <a:t>Introduction to Debugging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ape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111" y="1965229"/>
            <a:ext cx="3128317" cy="3873154"/>
          </a:xfrm>
          <a:prstGeom prst="rect">
            <a:avLst/>
          </a:prstGeom>
        </p:spPr>
      </p:pic>
      <p:pic>
        <p:nvPicPr>
          <p:cNvPr id="3" name="shape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292" y="1989662"/>
            <a:ext cx="3114392" cy="3870745"/>
          </a:xfrm>
          <a:prstGeom prst="rect">
            <a:avLst/>
          </a:prstGeom>
        </p:spPr>
      </p:pic>
      <p:pic>
        <p:nvPicPr>
          <p:cNvPr id="4" name="shape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297" y="1981689"/>
            <a:ext cx="3119717" cy="3862506"/>
          </a:xfrm>
          <a:prstGeom prst="rect">
            <a:avLst/>
          </a:prstGeom>
        </p:spPr>
      </p:pic>
      <p:pic>
        <p:nvPicPr>
          <p:cNvPr id="5" name="tra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13" name="body1"/>
          <p:cNvSpPr>
            <a:spLocks noGrp="1"/>
          </p:cNvSpPr>
          <p:nvPr>
            <p:ph sz="quarter" idx="10"/>
          </p:nvPr>
        </p:nvSpPr>
        <p:spPr>
          <a:xfrm>
            <a:off x="918297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Definition of Debugging</a:t>
            </a:r>
          </a:p>
          <a:p>
            <a:pPr lvl="4"/>
            <a:r>
              <a:rPr lang="en-US" dirty="0"/>
              <a:t>Debugging is the systematic process of identifying and resolving issues within software code.</a:t>
            </a:r>
          </a:p>
        </p:txBody>
      </p:sp>
      <p:sp>
        <p:nvSpPr>
          <p:cNvPr id="7" name="number1"/>
          <p:cNvSpPr>
            <a:spLocks noGrp="1"/>
          </p:cNvSpPr>
          <p:nvPr>
            <p:ph sz="quarter" idx="14"/>
          </p:nvPr>
        </p:nvSpPr>
        <p:spPr>
          <a:xfrm>
            <a:off x="1101172" y="2640399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01</a:t>
            </a:r>
          </a:p>
        </p:txBody>
      </p:sp>
      <p:sp>
        <p:nvSpPr>
          <p:cNvPr id="19" name="body3"/>
          <p:cNvSpPr>
            <a:spLocks noGrp="1"/>
          </p:cNvSpPr>
          <p:nvPr>
            <p:ph sz="quarter" idx="17"/>
          </p:nvPr>
        </p:nvSpPr>
        <p:spPr>
          <a:xfrm>
            <a:off x="8115110" y="1983400"/>
            <a:ext cx="31283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Common Misconceptions</a:t>
            </a:r>
          </a:p>
          <a:p>
            <a:pPr lvl="4"/>
            <a:r>
              <a:rPr lang="en-US" dirty="0"/>
              <a:t>Clarify common misunderstandings about debugging to set the stage for deeper learning.</a:t>
            </a:r>
          </a:p>
        </p:txBody>
      </p:sp>
      <p:sp>
        <p:nvSpPr>
          <p:cNvPr id="20" name="number3"/>
          <p:cNvSpPr>
            <a:spLocks noGrp="1"/>
          </p:cNvSpPr>
          <p:nvPr>
            <p:ph sz="quarter" idx="18"/>
          </p:nvPr>
        </p:nvSpPr>
        <p:spPr>
          <a:xfrm>
            <a:off x="8328260" y="2644147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03</a:t>
            </a:r>
          </a:p>
        </p:txBody>
      </p:sp>
      <p:sp>
        <p:nvSpPr>
          <p:cNvPr id="12" name="body2"/>
          <p:cNvSpPr>
            <a:spLocks noGrp="1"/>
          </p:cNvSpPr>
          <p:nvPr>
            <p:ph sz="quarter" idx="19"/>
          </p:nvPr>
        </p:nvSpPr>
        <p:spPr>
          <a:xfrm>
            <a:off x="4484299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Importance in Software Development</a:t>
            </a:r>
          </a:p>
          <a:p>
            <a:pPr lvl="4"/>
            <a:r>
              <a:rPr lang="en-US" dirty="0"/>
              <a:t>Emphasize how debugging is crucial for creating reliable and efficient software.</a:t>
            </a:r>
          </a:p>
        </p:txBody>
      </p:sp>
      <p:sp>
        <p:nvSpPr>
          <p:cNvPr id="14" name="number2"/>
          <p:cNvSpPr>
            <a:spLocks noGrp="1"/>
          </p:cNvSpPr>
          <p:nvPr>
            <p:ph sz="quarter" idx="20"/>
          </p:nvPr>
        </p:nvSpPr>
        <p:spPr>
          <a:xfrm>
            <a:off x="4702707" y="2640398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02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Understanding Debugging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ape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714" y="1513836"/>
            <a:ext cx="5346755" cy="1323062"/>
          </a:xfrm>
          <a:prstGeom prst="rect">
            <a:avLst/>
          </a:prstGeom>
        </p:spPr>
      </p:pic>
      <p:pic>
        <p:nvPicPr>
          <p:cNvPr id="3" name="shape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6439" y="4684480"/>
            <a:ext cx="5346754" cy="1323062"/>
          </a:xfrm>
          <a:prstGeom prst="rect">
            <a:avLst/>
          </a:prstGeom>
        </p:spPr>
      </p:pic>
      <p:pic>
        <p:nvPicPr>
          <p:cNvPr id="4" name="shape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714" y="3094986"/>
            <a:ext cx="5353479" cy="1323062"/>
          </a:xfrm>
          <a:prstGeom prst="rect">
            <a:avLst/>
          </a:prstGeom>
        </p:spPr>
      </p:pic>
      <p:pic>
        <p:nvPicPr>
          <p:cNvPr id="5" name="tra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048" y="-10049"/>
            <a:ext cx="4295746" cy="6891093"/>
          </a:xfrm>
          <a:prstGeom prst="rect">
            <a:avLst/>
          </a:prstGeom>
        </p:spPr>
      </p:pic>
      <p:sp>
        <p:nvSpPr>
          <p:cNvPr id="9" name="body1"/>
          <p:cNvSpPr>
            <a:spLocks noGrp="1"/>
          </p:cNvSpPr>
          <p:nvPr>
            <p:ph sz="quarter" idx="10"/>
          </p:nvPr>
        </p:nvSpPr>
        <p:spPr>
          <a:xfrm>
            <a:off x="5572070" y="1521392"/>
            <a:ext cx="5346755" cy="1315506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Patience and Perseverance</a:t>
            </a:r>
          </a:p>
          <a:p>
            <a:pPr lvl="4"/>
            <a:r>
              <a:rPr lang="en-US" dirty="0"/>
              <a:t>Cultivate the necessary patience and a methodical approach to problem-solving.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5469737" y="679316"/>
            <a:ext cx="6093372" cy="417964"/>
          </a:xfrm>
          <a:prstGeom prst="rect">
            <a:avLst/>
          </a:prstGeom>
        </p:spPr>
        <p:txBody>
          <a:bodyPr/>
          <a:lstStyle>
            <a:lvl1pPr>
              <a:defRPr sz="2800" b="0">
                <a:latin typeface="Poppins Medium" panose="02000000000000000000" charset="0"/>
                <a:cs typeface="Poppins Medium" panose="02000000000000000000" charset="0"/>
              </a:defRPr>
            </a:lvl1pPr>
          </a:lstStyle>
          <a:p>
            <a:r>
              <a:rPr lang="en-US"/>
              <a:t>The Debugging Mindset</a:t>
            </a:r>
          </a:p>
        </p:txBody>
      </p:sp>
      <p:sp>
        <p:nvSpPr>
          <p:cNvPr id="13" name="body2"/>
          <p:cNvSpPr>
            <a:spLocks noGrp="1"/>
          </p:cNvSpPr>
          <p:nvPr>
            <p:ph sz="quarter" idx="24"/>
          </p:nvPr>
        </p:nvSpPr>
        <p:spPr>
          <a:xfrm>
            <a:off x="5572070" y="3103330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Strategic Thinking</a:t>
            </a:r>
          </a:p>
          <a:p>
            <a:pPr lvl="4"/>
            <a:r>
              <a:rPr lang="en-US" dirty="0"/>
              <a:t>Encourage adopting a strategic mindset to tackle bugs effectively.</a:t>
            </a:r>
          </a:p>
        </p:txBody>
      </p:sp>
      <p:sp>
        <p:nvSpPr>
          <p:cNvPr id="14" name="body3"/>
          <p:cNvSpPr>
            <a:spLocks noGrp="1"/>
          </p:cNvSpPr>
          <p:nvPr>
            <p:ph sz="quarter" idx="25"/>
          </p:nvPr>
        </p:nvSpPr>
        <p:spPr>
          <a:xfrm>
            <a:off x="5579482" y="4686805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Learning from Mistakes</a:t>
            </a:r>
          </a:p>
          <a:p>
            <a:pPr lvl="4"/>
            <a:r>
              <a:rPr lang="en-US" dirty="0"/>
              <a:t>Highlight how each debugging session is an opportunity to learn and improve coding skills.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76EB8A8-99CF-2A63-AFB0-91D439C38C19}"/>
                  </a:ext>
                </a:extLst>
              </p14:cNvPr>
              <p14:cNvContentPartPr/>
              <p14:nvPr/>
            </p14:nvContentPartPr>
            <p14:xfrm>
              <a:off x="8002196" y="2800781"/>
              <a:ext cx="937080" cy="2008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76EB8A8-99CF-2A63-AFB0-91D439C38C1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93556" y="2791781"/>
                <a:ext cx="954720" cy="21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368EA31A-4AC7-B57A-EDFD-AF678EA260E0}"/>
              </a:ext>
            </a:extLst>
          </p:cNvPr>
          <p:cNvGrpSpPr/>
          <p:nvPr/>
        </p:nvGrpSpPr>
        <p:grpSpPr>
          <a:xfrm>
            <a:off x="5323436" y="3401621"/>
            <a:ext cx="279360" cy="218880"/>
            <a:chOff x="5323436" y="3401621"/>
            <a:chExt cx="279360" cy="21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7F3D8B2-0DA1-64F0-52FD-726F299EFD04}"/>
                    </a:ext>
                  </a:extLst>
                </p14:cNvPr>
                <p14:cNvContentPartPr/>
                <p14:nvPr/>
              </p14:nvContentPartPr>
              <p14:xfrm>
                <a:off x="5323436" y="3536261"/>
                <a:ext cx="171360" cy="342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7F3D8B2-0DA1-64F0-52FD-726F299EFD0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314436" y="3527261"/>
                  <a:ext cx="1890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03DE42A-7586-1C9A-3F32-E46895FBB945}"/>
                    </a:ext>
                  </a:extLst>
                </p14:cNvPr>
                <p14:cNvContentPartPr/>
                <p14:nvPr/>
              </p14:nvContentPartPr>
              <p14:xfrm>
                <a:off x="5464196" y="3401621"/>
                <a:ext cx="138600" cy="2188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03DE42A-7586-1C9A-3F32-E46895FBB94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455556" y="3392981"/>
                  <a:ext cx="156240" cy="23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99DCA50-E66A-C1EE-1CEC-4406A30D091B}"/>
              </a:ext>
            </a:extLst>
          </p:cNvPr>
          <p:cNvGrpSpPr/>
          <p:nvPr/>
        </p:nvGrpSpPr>
        <p:grpSpPr>
          <a:xfrm>
            <a:off x="5202476" y="5029901"/>
            <a:ext cx="305280" cy="197280"/>
            <a:chOff x="5202476" y="5029901"/>
            <a:chExt cx="305280" cy="19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E4D5732-40B8-D91B-7B79-EEB3B1317FEB}"/>
                    </a:ext>
                  </a:extLst>
                </p14:cNvPr>
                <p14:cNvContentPartPr/>
                <p14:nvPr/>
              </p14:nvContentPartPr>
              <p14:xfrm>
                <a:off x="5202476" y="5102981"/>
                <a:ext cx="176040" cy="360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E4D5732-40B8-D91B-7B79-EEB3B1317FE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193476" y="5094341"/>
                  <a:ext cx="1936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BC24966-9045-3AC0-953E-BADE69A030DC}"/>
                    </a:ext>
                  </a:extLst>
                </p14:cNvPr>
                <p14:cNvContentPartPr/>
                <p14:nvPr/>
              </p14:nvContentPartPr>
              <p14:xfrm>
                <a:off x="5418476" y="5029901"/>
                <a:ext cx="89280" cy="1972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BC24966-9045-3AC0-953E-BADE69A030D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409476" y="5020901"/>
                  <a:ext cx="106920" cy="2149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ape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111" y="1965229"/>
            <a:ext cx="3128317" cy="3873154"/>
          </a:xfrm>
          <a:prstGeom prst="rect">
            <a:avLst/>
          </a:prstGeom>
        </p:spPr>
      </p:pic>
      <p:pic>
        <p:nvPicPr>
          <p:cNvPr id="3" name="shape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292" y="1989662"/>
            <a:ext cx="3114392" cy="3870745"/>
          </a:xfrm>
          <a:prstGeom prst="rect">
            <a:avLst/>
          </a:prstGeom>
        </p:spPr>
      </p:pic>
      <p:pic>
        <p:nvPicPr>
          <p:cNvPr id="4" name="shape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297" y="1981689"/>
            <a:ext cx="3119717" cy="3862506"/>
          </a:xfrm>
          <a:prstGeom prst="rect">
            <a:avLst/>
          </a:prstGeom>
        </p:spPr>
      </p:pic>
      <p:pic>
        <p:nvPicPr>
          <p:cNvPr id="5" name="tra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13" name="body1"/>
          <p:cNvSpPr>
            <a:spLocks noGrp="1"/>
          </p:cNvSpPr>
          <p:nvPr>
            <p:ph sz="quarter" idx="10"/>
          </p:nvPr>
        </p:nvSpPr>
        <p:spPr>
          <a:xfrm>
            <a:off x="918297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Syntax Errors</a:t>
            </a:r>
          </a:p>
          <a:p>
            <a:pPr lvl="4"/>
            <a:r>
              <a:rPr lang="en-US" dirty="0"/>
              <a:t>Explain simple mistakes in code that prevent programs from running.</a:t>
            </a:r>
          </a:p>
        </p:txBody>
      </p:sp>
      <p:sp>
        <p:nvSpPr>
          <p:cNvPr id="7" name="number1"/>
          <p:cNvSpPr>
            <a:spLocks noGrp="1"/>
          </p:cNvSpPr>
          <p:nvPr>
            <p:ph sz="quarter" idx="14"/>
          </p:nvPr>
        </p:nvSpPr>
        <p:spPr>
          <a:xfrm>
            <a:off x="1101172" y="2640399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01</a:t>
            </a:r>
          </a:p>
        </p:txBody>
      </p:sp>
      <p:sp>
        <p:nvSpPr>
          <p:cNvPr id="19" name="body3"/>
          <p:cNvSpPr>
            <a:spLocks noGrp="1"/>
          </p:cNvSpPr>
          <p:nvPr>
            <p:ph sz="quarter" idx="17"/>
          </p:nvPr>
        </p:nvSpPr>
        <p:spPr>
          <a:xfrm>
            <a:off x="8115110" y="1983400"/>
            <a:ext cx="31283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Runtime Errors</a:t>
            </a:r>
          </a:p>
          <a:p>
            <a:pPr lvl="4"/>
            <a:r>
              <a:rPr lang="en-US" dirty="0"/>
              <a:t>Describe issues that cause a program to crash or behave unexpectedly during execution.</a:t>
            </a:r>
          </a:p>
        </p:txBody>
      </p:sp>
      <p:sp>
        <p:nvSpPr>
          <p:cNvPr id="20" name="number3"/>
          <p:cNvSpPr>
            <a:spLocks noGrp="1"/>
          </p:cNvSpPr>
          <p:nvPr>
            <p:ph sz="quarter" idx="18"/>
          </p:nvPr>
        </p:nvSpPr>
        <p:spPr>
          <a:xfrm>
            <a:off x="8328260" y="2644147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03</a:t>
            </a:r>
          </a:p>
        </p:txBody>
      </p:sp>
      <p:sp>
        <p:nvSpPr>
          <p:cNvPr id="12" name="body2"/>
          <p:cNvSpPr>
            <a:spLocks noGrp="1"/>
          </p:cNvSpPr>
          <p:nvPr>
            <p:ph sz="quarter" idx="19"/>
          </p:nvPr>
        </p:nvSpPr>
        <p:spPr>
          <a:xfrm>
            <a:off x="4484299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Logical Errors</a:t>
            </a:r>
          </a:p>
          <a:p>
            <a:pPr lvl="4"/>
            <a:r>
              <a:rPr lang="en-US" dirty="0"/>
              <a:t>Discuss errors that occur when the program runs but produces incorrect results.</a:t>
            </a:r>
          </a:p>
        </p:txBody>
      </p:sp>
      <p:sp>
        <p:nvSpPr>
          <p:cNvPr id="14" name="number2"/>
          <p:cNvSpPr>
            <a:spLocks noGrp="1"/>
          </p:cNvSpPr>
          <p:nvPr>
            <p:ph sz="quarter" idx="20"/>
          </p:nvPr>
        </p:nvSpPr>
        <p:spPr>
          <a:xfrm>
            <a:off x="4702707" y="2640398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02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Types of Software Bugs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ra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857" y="-16200"/>
            <a:ext cx="12229714" cy="6890400"/>
          </a:xfrm>
          <a:prstGeom prst="rect">
            <a:avLst/>
          </a:prstGeom>
        </p:spPr>
      </p:pic>
      <p:sp>
        <p:nvSpPr>
          <p:cNvPr id="5" name="body1"/>
          <p:cNvSpPr>
            <a:spLocks noGrp="1"/>
          </p:cNvSpPr>
          <p:nvPr>
            <p:ph sz="quarter" idx="13"/>
          </p:nvPr>
        </p:nvSpPr>
        <p:spPr>
          <a:xfrm>
            <a:off x="335915" y="505460"/>
            <a:ext cx="11520170" cy="1350010"/>
          </a:xfrm>
          <a:prstGeom prst="rect">
            <a:avLst/>
          </a:prstGeom>
        </p:spPr>
        <p:txBody>
          <a:bodyPr lIns="0" tIns="0" anchor="b" anchorCtr="0"/>
          <a:lstStyle>
            <a:lvl1pPr marL="1270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  <a:lvl2pPr marL="5842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2pPr>
            <a:lvl3pPr marL="10414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3pPr>
            <a:lvl4pPr marL="14986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4pPr>
            <a:lvl5pPr marL="19558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</a:lstStyle>
          <a:p>
            <a:pPr lvl="0"/>
            <a:r>
              <a:rPr lang="en-US" dirty="0"/>
              <a:t>Section 2</a:t>
            </a:r>
          </a:p>
          <a:p>
            <a:pPr lvl="1"/>
            <a:endParaRPr lang="en-US" dirty="0"/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335915" y="3058795"/>
            <a:ext cx="11520170" cy="3479165"/>
          </a:xfrm>
          <a:prstGeom prst="rect">
            <a:avLst/>
          </a:prstGeom>
        </p:spPr>
        <p:txBody>
          <a:bodyPr anchor="t" anchorCtr="0"/>
          <a:lstStyle>
            <a:lvl1pPr marL="0" indent="0" algn="ctr" eaLnBrk="1" fontAlgn="auto" latinLnBrk="0" hangingPunct="1">
              <a:lnSpc>
                <a:spcPct val="100000"/>
              </a:lnSpc>
              <a:defRPr sz="3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</a:lstStyle>
          <a:p>
            <a:r>
              <a:rPr lang="en-US"/>
              <a:t>Debugging Techniques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ape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111" y="1965229"/>
            <a:ext cx="3128317" cy="3873154"/>
          </a:xfrm>
          <a:prstGeom prst="rect">
            <a:avLst/>
          </a:prstGeom>
        </p:spPr>
      </p:pic>
      <p:pic>
        <p:nvPicPr>
          <p:cNvPr id="3" name="shape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292" y="1989662"/>
            <a:ext cx="3114392" cy="3870745"/>
          </a:xfrm>
          <a:prstGeom prst="rect">
            <a:avLst/>
          </a:prstGeom>
        </p:spPr>
      </p:pic>
      <p:pic>
        <p:nvPicPr>
          <p:cNvPr id="4" name="shape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297" y="1981689"/>
            <a:ext cx="3119717" cy="3862506"/>
          </a:xfrm>
          <a:prstGeom prst="rect">
            <a:avLst/>
          </a:prstGeom>
        </p:spPr>
      </p:pic>
      <p:pic>
        <p:nvPicPr>
          <p:cNvPr id="5" name="tra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13" name="body1"/>
          <p:cNvSpPr>
            <a:spLocks noGrp="1"/>
          </p:cNvSpPr>
          <p:nvPr>
            <p:ph sz="quarter" idx="10"/>
          </p:nvPr>
        </p:nvSpPr>
        <p:spPr>
          <a:xfrm>
            <a:off x="918297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Isolating the Bug</a:t>
            </a:r>
          </a:p>
          <a:p>
            <a:pPr lvl="4"/>
            <a:r>
              <a:rPr lang="en-US" dirty="0"/>
              <a:t>Techniques for narrowing down the source of the problem within the code.</a:t>
            </a:r>
          </a:p>
        </p:txBody>
      </p:sp>
      <p:sp>
        <p:nvSpPr>
          <p:cNvPr id="7" name="number1"/>
          <p:cNvSpPr>
            <a:spLocks noGrp="1"/>
          </p:cNvSpPr>
          <p:nvPr>
            <p:ph sz="quarter" idx="14"/>
          </p:nvPr>
        </p:nvSpPr>
        <p:spPr>
          <a:xfrm>
            <a:off x="1101172" y="2640399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01</a:t>
            </a:r>
          </a:p>
        </p:txBody>
      </p:sp>
      <p:sp>
        <p:nvSpPr>
          <p:cNvPr id="19" name="body3"/>
          <p:cNvSpPr>
            <a:spLocks noGrp="1"/>
          </p:cNvSpPr>
          <p:nvPr>
            <p:ph sz="quarter" idx="17"/>
          </p:nvPr>
        </p:nvSpPr>
        <p:spPr>
          <a:xfrm>
            <a:off x="8115110" y="1983400"/>
            <a:ext cx="31283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Using Version Control</a:t>
            </a:r>
          </a:p>
          <a:p>
            <a:pPr lvl="4"/>
            <a:r>
              <a:rPr lang="en-US" dirty="0"/>
              <a:t>How version control systems can aid in tracking changes and identifying when bugs were introduced.</a:t>
            </a:r>
          </a:p>
        </p:txBody>
      </p:sp>
      <p:sp>
        <p:nvSpPr>
          <p:cNvPr id="20" name="number3"/>
          <p:cNvSpPr>
            <a:spLocks noGrp="1"/>
          </p:cNvSpPr>
          <p:nvPr>
            <p:ph sz="quarter" idx="18"/>
          </p:nvPr>
        </p:nvSpPr>
        <p:spPr>
          <a:xfrm>
            <a:off x="8328260" y="2644147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03</a:t>
            </a:r>
          </a:p>
        </p:txBody>
      </p:sp>
      <p:sp>
        <p:nvSpPr>
          <p:cNvPr id="12" name="body2"/>
          <p:cNvSpPr>
            <a:spLocks noGrp="1"/>
          </p:cNvSpPr>
          <p:nvPr>
            <p:ph sz="quarter" idx="19"/>
          </p:nvPr>
        </p:nvSpPr>
        <p:spPr>
          <a:xfrm>
            <a:off x="4484299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Creating Reproducible Tests</a:t>
            </a:r>
          </a:p>
          <a:p>
            <a:pPr lvl="4"/>
            <a:r>
              <a:rPr lang="en-US" dirty="0"/>
              <a:t>The importance of being able to consistently reproduce a bug to understand it better.</a:t>
            </a:r>
          </a:p>
        </p:txBody>
      </p:sp>
      <p:sp>
        <p:nvSpPr>
          <p:cNvPr id="14" name="number2"/>
          <p:cNvSpPr>
            <a:spLocks noGrp="1"/>
          </p:cNvSpPr>
          <p:nvPr>
            <p:ph sz="quarter" idx="20"/>
          </p:nvPr>
        </p:nvSpPr>
        <p:spPr>
          <a:xfrm>
            <a:off x="4702707" y="2640398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02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Systematic Debugging Approach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A02C0FA-3E74-DC64-1C56-9BA7A37702AA}"/>
                  </a:ext>
                </a:extLst>
              </p14:cNvPr>
              <p14:cNvContentPartPr/>
              <p14:nvPr/>
            </p14:nvContentPartPr>
            <p14:xfrm>
              <a:off x="448316" y="3971141"/>
              <a:ext cx="171720" cy="5482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A02C0FA-3E74-DC64-1C56-9BA7A37702A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9316" y="3962501"/>
                <a:ext cx="189360" cy="56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FC72F6B-498B-BE70-D72D-50C34F01C350}"/>
                  </a:ext>
                </a:extLst>
              </p14:cNvPr>
              <p14:cNvContentPartPr/>
              <p14:nvPr/>
            </p14:nvContentPartPr>
            <p14:xfrm>
              <a:off x="6833996" y="5382701"/>
              <a:ext cx="28080" cy="10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FC72F6B-498B-BE70-D72D-50C34F01C35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825356" y="5374061"/>
                <a:ext cx="45720" cy="1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C85604F6-4EE3-251E-2B33-5BEFD4E78451}"/>
              </a:ext>
            </a:extLst>
          </p:cNvPr>
          <p:cNvGrpSpPr/>
          <p:nvPr/>
        </p:nvGrpSpPr>
        <p:grpSpPr>
          <a:xfrm>
            <a:off x="8661356" y="441701"/>
            <a:ext cx="1955520" cy="1077480"/>
            <a:chOff x="8661356" y="441701"/>
            <a:chExt cx="1955520" cy="107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BC0C456-C7B0-436F-22F5-9A804A30845A}"/>
                    </a:ext>
                  </a:extLst>
                </p14:cNvPr>
                <p14:cNvContentPartPr/>
                <p14:nvPr/>
              </p14:nvContentPartPr>
              <p14:xfrm>
                <a:off x="8661356" y="441701"/>
                <a:ext cx="439560" cy="882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BC0C456-C7B0-436F-22F5-9A804A30845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652716" y="432701"/>
                  <a:ext cx="457200" cy="90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6736AAC-E41D-5499-082A-D369BB4D4A70}"/>
                    </a:ext>
                  </a:extLst>
                </p14:cNvPr>
                <p14:cNvContentPartPr/>
                <p14:nvPr/>
              </p14:nvContentPartPr>
              <p14:xfrm>
                <a:off x="9402236" y="442421"/>
                <a:ext cx="434880" cy="8550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6736AAC-E41D-5499-082A-D369BB4D4A7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393236" y="433421"/>
                  <a:ext cx="452520" cy="87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D248CBA-628A-315B-18FA-5938693A356D}"/>
                    </a:ext>
                  </a:extLst>
                </p14:cNvPr>
                <p14:cNvContentPartPr/>
                <p14:nvPr/>
              </p14:nvContentPartPr>
              <p14:xfrm>
                <a:off x="10381436" y="628901"/>
                <a:ext cx="235440" cy="615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D248CBA-628A-315B-18FA-5938693A356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372796" y="620261"/>
                  <a:ext cx="2530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75CE982-DA23-F502-7FAC-EACA42D97230}"/>
                    </a:ext>
                  </a:extLst>
                </p14:cNvPr>
                <p14:cNvContentPartPr/>
                <p14:nvPr/>
              </p14:nvContentPartPr>
              <p14:xfrm>
                <a:off x="10337876" y="923021"/>
                <a:ext cx="154080" cy="56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75CE982-DA23-F502-7FAC-EACA42D9723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328876" y="914381"/>
                  <a:ext cx="1717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FEA597B-2488-4782-3B5C-F687F97540C8}"/>
                    </a:ext>
                  </a:extLst>
                </p14:cNvPr>
                <p14:cNvContentPartPr/>
                <p14:nvPr/>
              </p14:nvContentPartPr>
              <p14:xfrm>
                <a:off x="9695276" y="1047581"/>
                <a:ext cx="448920" cy="4716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FEA597B-2488-4782-3B5C-F687F97540C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686636" y="1038581"/>
                  <a:ext cx="466560" cy="48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07E567B-91F8-86FD-C394-EA205CBDB7DC}"/>
                    </a:ext>
                  </a:extLst>
                </p14:cNvPr>
                <p14:cNvContentPartPr/>
                <p14:nvPr/>
              </p14:nvContentPartPr>
              <p14:xfrm>
                <a:off x="9625076" y="1004741"/>
                <a:ext cx="79920" cy="972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07E567B-91F8-86FD-C394-EA205CBDB7D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616436" y="995741"/>
                  <a:ext cx="97560" cy="11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71D6CE14-DAFE-F2AA-8FDA-325EC333F36B}"/>
                  </a:ext>
                </a:extLst>
              </p14:cNvPr>
              <p14:cNvContentPartPr/>
              <p14:nvPr/>
            </p14:nvContentPartPr>
            <p14:xfrm>
              <a:off x="8632556" y="1481381"/>
              <a:ext cx="236880" cy="3420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71D6CE14-DAFE-F2AA-8FDA-325EC333F36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623916" y="1472381"/>
                <a:ext cx="254520" cy="35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83C7ADB6-19DE-4751-DCD3-75D98D7EAC05}"/>
                  </a:ext>
                </a:extLst>
              </p14:cNvPr>
              <p14:cNvContentPartPr/>
              <p14:nvPr/>
            </p14:nvContentPartPr>
            <p14:xfrm>
              <a:off x="9544076" y="1580741"/>
              <a:ext cx="270360" cy="3232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83C7ADB6-19DE-4751-DCD3-75D98D7EAC0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535076" y="1571741"/>
                <a:ext cx="288000" cy="34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A43955D6-D93F-6C2D-BD91-398F5359E58E}"/>
                  </a:ext>
                </a:extLst>
              </p14:cNvPr>
              <p14:cNvContentPartPr/>
              <p14:nvPr/>
            </p14:nvContentPartPr>
            <p14:xfrm>
              <a:off x="6625916" y="949301"/>
              <a:ext cx="386280" cy="49140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A43955D6-D93F-6C2D-BD91-398F5359E58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616916" y="940661"/>
                <a:ext cx="403920" cy="50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C35AC8A5-99E2-A490-AC38-CD37D5D0CDC7}"/>
              </a:ext>
            </a:extLst>
          </p:cNvPr>
          <p:cNvGrpSpPr/>
          <p:nvPr/>
        </p:nvGrpSpPr>
        <p:grpSpPr>
          <a:xfrm>
            <a:off x="7355276" y="908621"/>
            <a:ext cx="1441440" cy="789840"/>
            <a:chOff x="7355276" y="908621"/>
            <a:chExt cx="1441440" cy="78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25B5F4C-37AE-5371-C899-2E2EC7E96D1E}"/>
                    </a:ext>
                  </a:extLst>
                </p14:cNvPr>
                <p14:cNvContentPartPr/>
                <p14:nvPr/>
              </p14:nvContentPartPr>
              <p14:xfrm>
                <a:off x="8391356" y="1239821"/>
                <a:ext cx="405360" cy="4586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25B5F4C-37AE-5371-C899-2E2EC7E96D1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382716" y="1231181"/>
                  <a:ext cx="423000" cy="47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D084F53-7893-A449-4877-EDC634417929}"/>
                    </a:ext>
                  </a:extLst>
                </p14:cNvPr>
                <p14:cNvContentPartPr/>
                <p14:nvPr/>
              </p14:nvContentPartPr>
              <p14:xfrm>
                <a:off x="8594756" y="1177541"/>
                <a:ext cx="74880" cy="1213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D084F53-7893-A449-4877-EDC63441792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586116" y="1168541"/>
                  <a:ext cx="925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3375349-51E5-E52E-B24C-E87A7AB2C847}"/>
                    </a:ext>
                  </a:extLst>
                </p14:cNvPr>
                <p14:cNvContentPartPr/>
                <p14:nvPr/>
              </p14:nvContentPartPr>
              <p14:xfrm>
                <a:off x="7355276" y="978821"/>
                <a:ext cx="214920" cy="4726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3375349-51E5-E52E-B24C-E87A7AB2C84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346276" y="969821"/>
                  <a:ext cx="232560" cy="4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3FD978B-2E58-B1E0-1898-EE5CDFB15EFE}"/>
                    </a:ext>
                  </a:extLst>
                </p14:cNvPr>
                <p14:cNvContentPartPr/>
                <p14:nvPr/>
              </p14:nvContentPartPr>
              <p14:xfrm>
                <a:off x="7745156" y="1017341"/>
                <a:ext cx="594360" cy="2264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3FD978B-2E58-B1E0-1898-EE5CDFB15EF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736516" y="1008341"/>
                  <a:ext cx="6120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AA427D2-2BC2-D1D4-59CA-2BF6AD256AF2}"/>
                    </a:ext>
                  </a:extLst>
                </p14:cNvPr>
                <p14:cNvContentPartPr/>
                <p14:nvPr/>
              </p14:nvContentPartPr>
              <p14:xfrm>
                <a:off x="8303516" y="908621"/>
                <a:ext cx="149040" cy="1598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AA427D2-2BC2-D1D4-59CA-2BF6AD256AF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294516" y="899621"/>
                  <a:ext cx="1666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BF6E2F1-6D7A-99F2-AEE6-2139FD974041}"/>
                    </a:ext>
                  </a:extLst>
                </p14:cNvPr>
                <p14:cNvContentPartPr/>
                <p14:nvPr/>
              </p14:nvContentPartPr>
              <p14:xfrm>
                <a:off x="7724996" y="1007621"/>
                <a:ext cx="115560" cy="2095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BF6E2F1-6D7A-99F2-AEE6-2139FD97404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716356" y="998621"/>
                  <a:ext cx="133200" cy="2271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ape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714" y="1513836"/>
            <a:ext cx="5346755" cy="1323062"/>
          </a:xfrm>
          <a:prstGeom prst="rect">
            <a:avLst/>
          </a:prstGeom>
        </p:spPr>
      </p:pic>
      <p:pic>
        <p:nvPicPr>
          <p:cNvPr id="3" name="shape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6439" y="4684480"/>
            <a:ext cx="5346754" cy="1323062"/>
          </a:xfrm>
          <a:prstGeom prst="rect">
            <a:avLst/>
          </a:prstGeom>
        </p:spPr>
      </p:pic>
      <p:pic>
        <p:nvPicPr>
          <p:cNvPr id="4" name="shape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714" y="3094986"/>
            <a:ext cx="5353479" cy="1323062"/>
          </a:xfrm>
          <a:prstGeom prst="rect">
            <a:avLst/>
          </a:prstGeom>
        </p:spPr>
      </p:pic>
      <p:pic>
        <p:nvPicPr>
          <p:cNvPr id="5" name="tra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048" y="-10049"/>
            <a:ext cx="4295746" cy="6891093"/>
          </a:xfrm>
          <a:prstGeom prst="rect">
            <a:avLst/>
          </a:prstGeom>
        </p:spPr>
      </p:pic>
      <p:sp>
        <p:nvSpPr>
          <p:cNvPr id="9" name="body1"/>
          <p:cNvSpPr>
            <a:spLocks noGrp="1"/>
          </p:cNvSpPr>
          <p:nvPr>
            <p:ph sz="quarter" idx="10"/>
          </p:nvPr>
        </p:nvSpPr>
        <p:spPr>
          <a:xfrm>
            <a:off x="5572070" y="1521392"/>
            <a:ext cx="5346755" cy="1315506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Integrated Development Environments (IDEs)</a:t>
            </a:r>
          </a:p>
          <a:p>
            <a:pPr lvl="4"/>
            <a:r>
              <a:rPr lang="en-US" dirty="0"/>
              <a:t>Show how IDEs can simplify the debugging process with built-in tools.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5469737" y="679316"/>
            <a:ext cx="6093372" cy="417964"/>
          </a:xfrm>
          <a:prstGeom prst="rect">
            <a:avLst/>
          </a:prstGeom>
        </p:spPr>
        <p:txBody>
          <a:bodyPr/>
          <a:lstStyle>
            <a:lvl1pPr>
              <a:defRPr sz="2800" b="0">
                <a:latin typeface="Poppins Medium" panose="02000000000000000000" charset="0"/>
                <a:cs typeface="Poppins Medium" panose="02000000000000000000" charset="0"/>
              </a:defRPr>
            </a:lvl1pPr>
          </a:lstStyle>
          <a:p>
            <a:r>
              <a:rPr lang="en-US"/>
              <a:t>Debugging Tools and Resources</a:t>
            </a:r>
          </a:p>
        </p:txBody>
      </p:sp>
      <p:sp>
        <p:nvSpPr>
          <p:cNvPr id="13" name="body2"/>
          <p:cNvSpPr>
            <a:spLocks noGrp="1"/>
          </p:cNvSpPr>
          <p:nvPr>
            <p:ph sz="quarter" idx="24"/>
          </p:nvPr>
        </p:nvSpPr>
        <p:spPr>
          <a:xfrm>
            <a:off x="5572070" y="3103330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Breakpoints and Stepping</a:t>
            </a:r>
          </a:p>
          <a:p>
            <a:pPr lvl="4"/>
            <a:r>
              <a:rPr lang="en-US" dirty="0"/>
              <a:t>Teach the use of breakpoints and step-by-step execution to inspect program behavior.</a:t>
            </a:r>
          </a:p>
        </p:txBody>
      </p:sp>
      <p:sp>
        <p:nvSpPr>
          <p:cNvPr id="14" name="body3"/>
          <p:cNvSpPr>
            <a:spLocks noGrp="1"/>
          </p:cNvSpPr>
          <p:nvPr>
            <p:ph sz="quarter" idx="25"/>
          </p:nvPr>
        </p:nvSpPr>
        <p:spPr>
          <a:xfrm>
            <a:off x="5579482" y="4686805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Viewing and Analyzing Data</a:t>
            </a:r>
          </a:p>
          <a:p>
            <a:pPr lvl="4"/>
            <a:r>
              <a:rPr lang="en-US" dirty="0"/>
              <a:t>Demonstrate how to inspect variables and program state to find clues about bugs.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4857291-9D13-13B0-D8AB-0D810AD3ABB2}"/>
                  </a:ext>
                </a:extLst>
              </p14:cNvPr>
              <p14:cNvContentPartPr/>
              <p14:nvPr/>
            </p14:nvContentPartPr>
            <p14:xfrm>
              <a:off x="5298596" y="5039261"/>
              <a:ext cx="269280" cy="2800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4857291-9D13-13B0-D8AB-0D810AD3ABB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89596" y="5030621"/>
                <a:ext cx="286920" cy="2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B5FCD46-19DF-E4C6-99CC-2DC1B24DFDAC}"/>
                  </a:ext>
                </a:extLst>
              </p14:cNvPr>
              <p14:cNvContentPartPr/>
              <p14:nvPr/>
            </p14:nvContentPartPr>
            <p14:xfrm>
              <a:off x="5048756" y="4600421"/>
              <a:ext cx="344160" cy="1134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B5FCD46-19DF-E4C6-99CC-2DC1B24DFDA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039756" y="4591781"/>
                <a:ext cx="361800" cy="1152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BC02F04-8061-925B-C098-1E4FB0487348}"/>
                  </a:ext>
                </a:extLst>
              </p14:cNvPr>
              <p14:cNvContentPartPr/>
              <p14:nvPr/>
            </p14:nvContentPartPr>
            <p14:xfrm>
              <a:off x="1815956" y="1018421"/>
              <a:ext cx="93240" cy="110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BC02F04-8061-925B-C098-1E4FB048734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07316" y="1009421"/>
                <a:ext cx="110880" cy="12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91EC378F-D965-6AE8-B161-E926BED85EC3}"/>
              </a:ext>
            </a:extLst>
          </p:cNvPr>
          <p:cNvGrpSpPr/>
          <p:nvPr/>
        </p:nvGrpSpPr>
        <p:grpSpPr>
          <a:xfrm>
            <a:off x="2128796" y="3856661"/>
            <a:ext cx="1729080" cy="580680"/>
            <a:chOff x="2128796" y="3856661"/>
            <a:chExt cx="1729080" cy="58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9E518B2-E3AA-60B0-758F-7D0C3008D750}"/>
                    </a:ext>
                  </a:extLst>
                </p14:cNvPr>
                <p14:cNvContentPartPr/>
                <p14:nvPr/>
              </p14:nvContentPartPr>
              <p14:xfrm>
                <a:off x="2128796" y="4054661"/>
                <a:ext cx="539640" cy="3826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9E518B2-E3AA-60B0-758F-7D0C3008D75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19796" y="4045661"/>
                  <a:ext cx="55728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ADEAFA1-9D99-F05E-D934-7E1EA2B3BAF6}"/>
                    </a:ext>
                  </a:extLst>
                </p14:cNvPr>
                <p14:cNvContentPartPr/>
                <p14:nvPr/>
              </p14:nvContentPartPr>
              <p14:xfrm>
                <a:off x="2861756" y="4060781"/>
                <a:ext cx="172080" cy="662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ADEAFA1-9D99-F05E-D934-7E1EA2B3BAF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853116" y="4052141"/>
                  <a:ext cx="1897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6A74BE6-DAC2-0B41-9EDF-F7D892AAD60F}"/>
                    </a:ext>
                  </a:extLst>
                </p14:cNvPr>
                <p14:cNvContentPartPr/>
                <p14:nvPr/>
              </p14:nvContentPartPr>
              <p14:xfrm>
                <a:off x="3205916" y="3917861"/>
                <a:ext cx="23760" cy="1627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6A74BE6-DAC2-0B41-9EDF-F7D892AAD60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197276" y="3909221"/>
                  <a:ext cx="414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D0D86DB-673A-2658-4008-2A2EAB646721}"/>
                    </a:ext>
                  </a:extLst>
                </p14:cNvPr>
                <p14:cNvContentPartPr/>
                <p14:nvPr/>
              </p14:nvContentPartPr>
              <p14:xfrm>
                <a:off x="3383396" y="3856661"/>
                <a:ext cx="205920" cy="2952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D0D86DB-673A-2658-4008-2A2EAB64672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374756" y="3848021"/>
                  <a:ext cx="22356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47B6083-67B4-8960-EAEB-180405B55C9F}"/>
                    </a:ext>
                  </a:extLst>
                </p14:cNvPr>
                <p14:cNvContentPartPr/>
                <p14:nvPr/>
              </p14:nvContentPartPr>
              <p14:xfrm>
                <a:off x="3498596" y="3881501"/>
                <a:ext cx="359280" cy="2278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47B6083-67B4-8960-EAEB-180405B55C9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489956" y="3872501"/>
                  <a:ext cx="376920" cy="24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C40030B-D17D-FF7A-D47B-2D8D23D47DFA}"/>
              </a:ext>
            </a:extLst>
          </p:cNvPr>
          <p:cNvGrpSpPr/>
          <p:nvPr/>
        </p:nvGrpSpPr>
        <p:grpSpPr>
          <a:xfrm>
            <a:off x="4251716" y="3805541"/>
            <a:ext cx="235440" cy="260640"/>
            <a:chOff x="4251716" y="3805541"/>
            <a:chExt cx="235440" cy="26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44F5B90-2DB7-018B-2EE5-ECC01999A65B}"/>
                    </a:ext>
                  </a:extLst>
                </p14:cNvPr>
                <p14:cNvContentPartPr/>
                <p14:nvPr/>
              </p14:nvContentPartPr>
              <p14:xfrm>
                <a:off x="4251716" y="3886541"/>
                <a:ext cx="235440" cy="554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44F5B90-2DB7-018B-2EE5-ECC01999A65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243076" y="3877541"/>
                  <a:ext cx="2530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A88D671-E7C9-8C87-C0E7-573B41520929}"/>
                    </a:ext>
                  </a:extLst>
                </p14:cNvPr>
                <p14:cNvContentPartPr/>
                <p14:nvPr/>
              </p14:nvContentPartPr>
              <p14:xfrm>
                <a:off x="4331276" y="3805541"/>
                <a:ext cx="43560" cy="2606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A88D671-E7C9-8C87-C0E7-573B4152092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322636" y="3796901"/>
                  <a:ext cx="61200" cy="27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E2783AD-1E28-63CF-3C9A-533C4D21320C}"/>
              </a:ext>
            </a:extLst>
          </p:cNvPr>
          <p:cNvGrpSpPr/>
          <p:nvPr/>
        </p:nvGrpSpPr>
        <p:grpSpPr>
          <a:xfrm>
            <a:off x="4941476" y="3759821"/>
            <a:ext cx="877320" cy="250560"/>
            <a:chOff x="4941476" y="3759821"/>
            <a:chExt cx="877320" cy="25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1DF0BFC-5448-304A-CDC1-51EBCF4C177B}"/>
                    </a:ext>
                  </a:extLst>
                </p14:cNvPr>
                <p14:cNvContentPartPr/>
                <p14:nvPr/>
              </p14:nvContentPartPr>
              <p14:xfrm>
                <a:off x="4941476" y="3848741"/>
                <a:ext cx="171360" cy="1616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1DF0BFC-5448-304A-CDC1-51EBCF4C177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932476" y="3839741"/>
                  <a:ext cx="1890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C017A1D-3C17-7D98-0F22-0FD2D59D9D64}"/>
                    </a:ext>
                  </a:extLst>
                </p14:cNvPr>
                <p14:cNvContentPartPr/>
                <p14:nvPr/>
              </p14:nvContentPartPr>
              <p14:xfrm>
                <a:off x="5266916" y="3759821"/>
                <a:ext cx="551880" cy="2286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C017A1D-3C17-7D98-0F22-0FD2D59D9D6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257916" y="3750821"/>
                  <a:ext cx="569520" cy="24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ABF39C8A-E70B-70CF-6418-FAE8B47053E3}"/>
                  </a:ext>
                </a:extLst>
              </p14:cNvPr>
              <p14:cNvContentPartPr/>
              <p14:nvPr/>
            </p14:nvContentPartPr>
            <p14:xfrm>
              <a:off x="6416036" y="3741821"/>
              <a:ext cx="94680" cy="49140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ABF39C8A-E70B-70CF-6418-FAE8B47053E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407396" y="3732821"/>
                <a:ext cx="112320" cy="50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21541AFD-72B1-B7A4-957A-2081A6052A57}"/>
                  </a:ext>
                </a:extLst>
              </p14:cNvPr>
              <p14:cNvContentPartPr/>
              <p14:nvPr/>
            </p14:nvContentPartPr>
            <p14:xfrm>
              <a:off x="2734676" y="4399181"/>
              <a:ext cx="576000" cy="9648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21541AFD-72B1-B7A4-957A-2081A6052A5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726036" y="4390541"/>
                <a:ext cx="59364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8C6D5727-17CC-BAEA-057C-F157D2EC9903}"/>
                  </a:ext>
                </a:extLst>
              </p14:cNvPr>
              <p14:cNvContentPartPr/>
              <p14:nvPr/>
            </p14:nvContentPartPr>
            <p14:xfrm>
              <a:off x="5076836" y="4262381"/>
              <a:ext cx="632160" cy="5580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8C6D5727-17CC-BAEA-057C-F157D2EC990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067836" y="4253381"/>
                <a:ext cx="649800" cy="7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9" name="Group 108">
            <a:extLst>
              <a:ext uri="{FF2B5EF4-FFF2-40B4-BE49-F238E27FC236}">
                <a16:creationId xmlns:a16="http://schemas.microsoft.com/office/drawing/2014/main" id="{055129AF-0A1F-1FCC-11FD-98C13CA7D6FA}"/>
              </a:ext>
            </a:extLst>
          </p:cNvPr>
          <p:cNvGrpSpPr/>
          <p:nvPr/>
        </p:nvGrpSpPr>
        <p:grpSpPr>
          <a:xfrm>
            <a:off x="7062596" y="5299181"/>
            <a:ext cx="320760" cy="99720"/>
            <a:chOff x="7062596" y="5299181"/>
            <a:chExt cx="320760" cy="9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DA7DA40-16A6-0EDC-620F-9918EBDF4692}"/>
                    </a:ext>
                  </a:extLst>
                </p14:cNvPr>
                <p14:cNvContentPartPr/>
                <p14:nvPr/>
              </p14:nvContentPartPr>
              <p14:xfrm>
                <a:off x="7062596" y="5328341"/>
                <a:ext cx="186480" cy="705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DA7DA40-16A6-0EDC-620F-9918EBDF469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053596" y="5319341"/>
                  <a:ext cx="2041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6714F7C-4D9A-EC97-FC62-9A4F7B8D1BEC}"/>
                    </a:ext>
                  </a:extLst>
                </p14:cNvPr>
                <p14:cNvContentPartPr/>
                <p14:nvPr/>
              </p14:nvContentPartPr>
              <p14:xfrm>
                <a:off x="7337276" y="5299181"/>
                <a:ext cx="46080" cy="896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6714F7C-4D9A-EC97-FC62-9A4F7B8D1BE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328636" y="5290541"/>
                  <a:ext cx="63720" cy="107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7024067C-CDEE-DB63-D59B-9A2CFADA3FFB}"/>
                  </a:ext>
                </a:extLst>
              </p14:cNvPr>
              <p14:cNvContentPartPr/>
              <p14:nvPr/>
            </p14:nvContentPartPr>
            <p14:xfrm>
              <a:off x="9168236" y="5023421"/>
              <a:ext cx="219960" cy="50976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7024067C-CDEE-DB63-D59B-9A2CFADA3FF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159596" y="5014421"/>
                <a:ext cx="237600" cy="527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Group 114">
            <a:extLst>
              <a:ext uri="{FF2B5EF4-FFF2-40B4-BE49-F238E27FC236}">
                <a16:creationId xmlns:a16="http://schemas.microsoft.com/office/drawing/2014/main" id="{4FA00277-D60A-0AC2-E27A-D853A0D0987C}"/>
              </a:ext>
            </a:extLst>
          </p:cNvPr>
          <p:cNvGrpSpPr/>
          <p:nvPr/>
        </p:nvGrpSpPr>
        <p:grpSpPr>
          <a:xfrm>
            <a:off x="3933116" y="4579541"/>
            <a:ext cx="2822400" cy="1538640"/>
            <a:chOff x="3933116" y="4579541"/>
            <a:chExt cx="2822400" cy="153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5DD99C2-91DE-1283-BBE8-EF9106FD4179}"/>
                    </a:ext>
                  </a:extLst>
                </p14:cNvPr>
                <p14:cNvContentPartPr/>
                <p14:nvPr/>
              </p14:nvContentPartPr>
              <p14:xfrm>
                <a:off x="5387876" y="5335901"/>
                <a:ext cx="980640" cy="2120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5DD99C2-91DE-1283-BBE8-EF9106FD417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379236" y="5327261"/>
                  <a:ext cx="99828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7AFBDE7-469D-8D88-B8F9-5DF55303A677}"/>
                    </a:ext>
                  </a:extLst>
                </p14:cNvPr>
                <p14:cNvContentPartPr/>
                <p14:nvPr/>
              </p14:nvContentPartPr>
              <p14:xfrm>
                <a:off x="6395516" y="5316821"/>
                <a:ext cx="360000" cy="1314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7AFBDE7-469D-8D88-B8F9-5DF55303A67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386516" y="5308181"/>
                  <a:ext cx="3776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4077A22-47EF-4F3A-7C66-1FB4ECFB3236}"/>
                    </a:ext>
                  </a:extLst>
                </p14:cNvPr>
                <p14:cNvContentPartPr/>
                <p14:nvPr/>
              </p14:nvContentPartPr>
              <p14:xfrm>
                <a:off x="5763716" y="5799221"/>
                <a:ext cx="352440" cy="662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4077A22-47EF-4F3A-7C66-1FB4ECFB323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754716" y="5790581"/>
                  <a:ext cx="3700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5C4DB2D-4A4D-3664-62DB-2F27DE5EAFD2}"/>
                    </a:ext>
                  </a:extLst>
                </p14:cNvPr>
                <p14:cNvContentPartPr/>
                <p14:nvPr/>
              </p14:nvContentPartPr>
              <p14:xfrm>
                <a:off x="5790356" y="5997941"/>
                <a:ext cx="304200" cy="212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5C4DB2D-4A4D-3664-62DB-2F27DE5EAFD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781716" y="5988941"/>
                  <a:ext cx="3218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91413F6-9E77-9374-DBF8-EFC42977211B}"/>
                    </a:ext>
                  </a:extLst>
                </p14:cNvPr>
                <p14:cNvContentPartPr/>
                <p14:nvPr/>
              </p14:nvContentPartPr>
              <p14:xfrm>
                <a:off x="4815116" y="4579541"/>
                <a:ext cx="103680" cy="3114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91413F6-9E77-9374-DBF8-EFC42977211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806116" y="4570541"/>
                  <a:ext cx="12132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56381A0E-9DAE-3A6D-6B3D-E36C232AA02F}"/>
                    </a:ext>
                  </a:extLst>
                </p14:cNvPr>
                <p14:cNvContentPartPr/>
                <p14:nvPr/>
              </p14:nvContentPartPr>
              <p14:xfrm>
                <a:off x="4960196" y="4815341"/>
                <a:ext cx="98640" cy="2196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56381A0E-9DAE-3A6D-6B3D-E36C232AA02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951556" y="4806341"/>
                  <a:ext cx="11628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F3807B6-D8FE-3F03-1757-3CF4C989DB49}"/>
                    </a:ext>
                  </a:extLst>
                </p14:cNvPr>
                <p14:cNvContentPartPr/>
                <p14:nvPr/>
              </p14:nvContentPartPr>
              <p14:xfrm>
                <a:off x="4223276" y="5297741"/>
                <a:ext cx="42840" cy="3769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F3807B6-D8FE-3F03-1757-3CF4C989DB4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214636" y="5288741"/>
                  <a:ext cx="6048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F79FA7D-763D-4CDD-4EB8-D0C7B36FD6B9}"/>
                    </a:ext>
                  </a:extLst>
                </p14:cNvPr>
                <p14:cNvContentPartPr/>
                <p14:nvPr/>
              </p14:nvContentPartPr>
              <p14:xfrm>
                <a:off x="4146596" y="5454341"/>
                <a:ext cx="446400" cy="3499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EF79FA7D-763D-4CDD-4EB8-D0C7B36FD6B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137596" y="5445341"/>
                  <a:ext cx="46404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8E3CB2C-0354-BA13-1E31-706880F48BFC}"/>
                    </a:ext>
                  </a:extLst>
                </p14:cNvPr>
                <p14:cNvContentPartPr/>
                <p14:nvPr/>
              </p14:nvContentPartPr>
              <p14:xfrm>
                <a:off x="4700276" y="5569181"/>
                <a:ext cx="58680" cy="2484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8E3CB2C-0354-BA13-1E31-706880F48BF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691636" y="5560181"/>
                  <a:ext cx="7632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3DBDA48-5EFD-C298-1D64-9D0337078EF8}"/>
                    </a:ext>
                  </a:extLst>
                </p14:cNvPr>
                <p14:cNvContentPartPr/>
                <p14:nvPr/>
              </p14:nvContentPartPr>
              <p14:xfrm>
                <a:off x="4739156" y="5428061"/>
                <a:ext cx="321120" cy="1728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3DBDA48-5EFD-C298-1D64-9D0337078EF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730516" y="5419421"/>
                  <a:ext cx="3387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B44AABC-0941-8DF7-3870-BF45AF194C6D}"/>
                    </a:ext>
                  </a:extLst>
                </p14:cNvPr>
                <p14:cNvContentPartPr/>
                <p14:nvPr/>
              </p14:nvContentPartPr>
              <p14:xfrm>
                <a:off x="3933116" y="5092901"/>
                <a:ext cx="380880" cy="10252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B44AABC-0941-8DF7-3870-BF45AF194C6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924116" y="5084261"/>
                  <a:ext cx="398520" cy="10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5EEB629-5198-B412-CFB1-E42FE8B90BFC}"/>
                    </a:ext>
                  </a:extLst>
                </p14:cNvPr>
                <p14:cNvContentPartPr/>
                <p14:nvPr/>
              </p14:nvContentPartPr>
              <p14:xfrm>
                <a:off x="5300036" y="5156261"/>
                <a:ext cx="519840" cy="3578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5EEB629-5198-B412-CFB1-E42FE8B90BF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291396" y="5147261"/>
                  <a:ext cx="53748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C92F1D04-9BB5-BAEE-8124-6E439835BC1E}"/>
                    </a:ext>
                  </a:extLst>
                </p14:cNvPr>
                <p14:cNvContentPartPr/>
                <p14:nvPr/>
              </p14:nvContentPartPr>
              <p14:xfrm>
                <a:off x="5282396" y="5155181"/>
                <a:ext cx="609480" cy="6598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C92F1D04-9BB5-BAEE-8124-6E439835BC1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273756" y="5146541"/>
                  <a:ext cx="627120" cy="67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A8FA00BF-6CE5-FF82-7E2D-6C983A465950}"/>
              </a:ext>
            </a:extLst>
          </p:cNvPr>
          <p:cNvGrpSpPr/>
          <p:nvPr/>
        </p:nvGrpSpPr>
        <p:grpSpPr>
          <a:xfrm>
            <a:off x="694916" y="1016261"/>
            <a:ext cx="8777160" cy="2535840"/>
            <a:chOff x="694916" y="1016261"/>
            <a:chExt cx="8777160" cy="253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BFF89F5-CA06-3E58-0BE1-09FC7CCC42E1}"/>
                    </a:ext>
                  </a:extLst>
                </p14:cNvPr>
                <p14:cNvContentPartPr/>
                <p14:nvPr/>
              </p14:nvContentPartPr>
              <p14:xfrm>
                <a:off x="2939156" y="1148021"/>
                <a:ext cx="124560" cy="3481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BFF89F5-CA06-3E58-0BE1-09FC7CCC42E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930516" y="1139021"/>
                  <a:ext cx="14220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D020047-757F-EFF9-370B-600E15195481}"/>
                    </a:ext>
                  </a:extLst>
                </p14:cNvPr>
                <p14:cNvContentPartPr/>
                <p14:nvPr/>
              </p14:nvContentPartPr>
              <p14:xfrm>
                <a:off x="3138956" y="1271861"/>
                <a:ext cx="365400" cy="2376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D020047-757F-EFF9-370B-600E1519548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129956" y="1262861"/>
                  <a:ext cx="38304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61CD943-75BD-ACFB-F54D-5E4C4E779730}"/>
                    </a:ext>
                  </a:extLst>
                </p14:cNvPr>
                <p14:cNvContentPartPr/>
                <p14:nvPr/>
              </p14:nvContentPartPr>
              <p14:xfrm>
                <a:off x="3791276" y="1285541"/>
                <a:ext cx="79920" cy="500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61CD943-75BD-ACFB-F54D-5E4C4E77973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782636" y="1276541"/>
                  <a:ext cx="975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6FBB80B-A470-8D1E-31C8-BE1006EE08C7}"/>
                    </a:ext>
                  </a:extLst>
                </p14:cNvPr>
                <p14:cNvContentPartPr/>
                <p14:nvPr/>
              </p14:nvContentPartPr>
              <p14:xfrm>
                <a:off x="3778316" y="1436021"/>
                <a:ext cx="132480" cy="306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6FBB80B-A470-8D1E-31C8-BE1006EE08C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769316" y="1427381"/>
                  <a:ext cx="1501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4AD6D2B-795F-972A-820C-36F238E62959}"/>
                    </a:ext>
                  </a:extLst>
                </p14:cNvPr>
                <p14:cNvContentPartPr/>
                <p14:nvPr/>
              </p14:nvContentPartPr>
              <p14:xfrm>
                <a:off x="4208156" y="1316141"/>
                <a:ext cx="2520" cy="1382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4AD6D2B-795F-972A-820C-36F238E6295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199156" y="1307141"/>
                  <a:ext cx="201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C514980-4C17-87A9-DC58-FD113BF10036}"/>
                    </a:ext>
                  </a:extLst>
                </p14:cNvPr>
                <p14:cNvContentPartPr/>
                <p14:nvPr/>
              </p14:nvContentPartPr>
              <p14:xfrm>
                <a:off x="4286996" y="1094021"/>
                <a:ext cx="5040" cy="280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C514980-4C17-87A9-DC58-FD113BF1003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277996" y="1085021"/>
                  <a:ext cx="226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B3C2350-EEBC-A3B3-924A-4852F8399230}"/>
                    </a:ext>
                  </a:extLst>
                </p14:cNvPr>
                <p14:cNvContentPartPr/>
                <p14:nvPr/>
              </p14:nvContentPartPr>
              <p14:xfrm>
                <a:off x="4364756" y="1281941"/>
                <a:ext cx="284760" cy="3808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B3C2350-EEBC-A3B3-924A-4852F839923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355756" y="1273301"/>
                  <a:ext cx="30240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C8979E8-02B8-55E0-1A26-4F711538B95C}"/>
                    </a:ext>
                  </a:extLst>
                </p14:cNvPr>
                <p14:cNvContentPartPr/>
                <p14:nvPr/>
              </p14:nvContentPartPr>
              <p14:xfrm>
                <a:off x="4593716" y="1191221"/>
                <a:ext cx="159480" cy="1411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C8979E8-02B8-55E0-1A26-4F711538B95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585076" y="1182221"/>
                  <a:ext cx="1771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C1A0475-B137-9DF6-9D9A-8C1082F7D846}"/>
                    </a:ext>
                  </a:extLst>
                </p14:cNvPr>
                <p14:cNvContentPartPr/>
                <p14:nvPr/>
              </p14:nvContentPartPr>
              <p14:xfrm>
                <a:off x="4877396" y="1259261"/>
                <a:ext cx="144000" cy="1072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C1A0475-B137-9DF6-9D9A-8C1082F7D84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868396" y="1250261"/>
                  <a:ext cx="1616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50795A7-51D5-1C14-DF8F-65BF92837244}"/>
                    </a:ext>
                  </a:extLst>
                </p14:cNvPr>
                <p14:cNvContentPartPr/>
                <p14:nvPr/>
              </p14:nvContentPartPr>
              <p14:xfrm>
                <a:off x="5183036" y="1156301"/>
                <a:ext cx="104400" cy="2584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50795A7-51D5-1C14-DF8F-65BF9283724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174036" y="1147301"/>
                  <a:ext cx="12204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E451F63-04EC-3491-DE58-18504E8791B8}"/>
                    </a:ext>
                  </a:extLst>
                </p14:cNvPr>
                <p14:cNvContentPartPr/>
                <p14:nvPr/>
              </p14:nvContentPartPr>
              <p14:xfrm>
                <a:off x="5443316" y="1024541"/>
                <a:ext cx="228240" cy="5500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E451F63-04EC-3491-DE58-18504E8791B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434676" y="1015541"/>
                  <a:ext cx="245880" cy="56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E8C00A9-3475-E91A-6F48-EAACCD58A9B7}"/>
                    </a:ext>
                  </a:extLst>
                </p14:cNvPr>
                <p14:cNvContentPartPr/>
                <p14:nvPr/>
              </p14:nvContentPartPr>
              <p14:xfrm>
                <a:off x="8504036" y="1124981"/>
                <a:ext cx="178200" cy="4968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E8C00A9-3475-E91A-6F48-EAACCD58A9B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495036" y="1116341"/>
                  <a:ext cx="195840" cy="51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00BE251-2919-3B5F-3A55-0C24CDFD6A7C}"/>
                    </a:ext>
                  </a:extLst>
                </p14:cNvPr>
                <p14:cNvContentPartPr/>
                <p14:nvPr/>
              </p14:nvContentPartPr>
              <p14:xfrm>
                <a:off x="8209556" y="1016261"/>
                <a:ext cx="80280" cy="92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00BE251-2919-3B5F-3A55-0C24CDFD6A7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200916" y="1007621"/>
                  <a:ext cx="979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040B220-8D22-314A-F598-0CC1602EE64C}"/>
                    </a:ext>
                  </a:extLst>
                </p14:cNvPr>
                <p14:cNvContentPartPr/>
                <p14:nvPr/>
              </p14:nvContentPartPr>
              <p14:xfrm>
                <a:off x="8280476" y="1095461"/>
                <a:ext cx="101160" cy="961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040B220-8D22-314A-F598-0CC1602EE64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271836" y="1086461"/>
                  <a:ext cx="1188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1112F4B-57F1-664F-7DEA-FBA7005B7C57}"/>
                    </a:ext>
                  </a:extLst>
                </p14:cNvPr>
                <p14:cNvContentPartPr/>
                <p14:nvPr/>
              </p14:nvContentPartPr>
              <p14:xfrm>
                <a:off x="2798756" y="2778101"/>
                <a:ext cx="126360" cy="367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1112F4B-57F1-664F-7DEA-FBA7005B7C5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790116" y="2769101"/>
                  <a:ext cx="14400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C68B5F9-9458-F294-2A82-F0A6835F9729}"/>
                    </a:ext>
                  </a:extLst>
                </p14:cNvPr>
                <p14:cNvContentPartPr/>
                <p14:nvPr/>
              </p14:nvContentPartPr>
              <p14:xfrm>
                <a:off x="3068396" y="2825621"/>
                <a:ext cx="46800" cy="2289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C68B5F9-9458-F294-2A82-F0A6835F972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059756" y="2816621"/>
                  <a:ext cx="644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EFC3387-5F6B-59CB-1451-C837FC65C9E5}"/>
                    </a:ext>
                  </a:extLst>
                </p14:cNvPr>
                <p14:cNvContentPartPr/>
                <p14:nvPr/>
              </p14:nvContentPartPr>
              <p14:xfrm>
                <a:off x="3028076" y="2887181"/>
                <a:ext cx="129960" cy="141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EFC3387-5F6B-59CB-1451-C837FC65C9E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019436" y="2878541"/>
                  <a:ext cx="1476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1752CEA-323C-DC74-5997-73B8AB24B484}"/>
                    </a:ext>
                  </a:extLst>
                </p14:cNvPr>
                <p14:cNvContentPartPr/>
                <p14:nvPr/>
              </p14:nvContentPartPr>
              <p14:xfrm>
                <a:off x="3125276" y="2881061"/>
                <a:ext cx="315720" cy="2088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1752CEA-323C-DC74-5997-73B8AB24B48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116636" y="2872061"/>
                  <a:ext cx="33336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2D8E49E-BFAB-B8F7-B1BB-075C83C35BD2}"/>
                    </a:ext>
                  </a:extLst>
                </p14:cNvPr>
                <p14:cNvContentPartPr/>
                <p14:nvPr/>
              </p14:nvContentPartPr>
              <p14:xfrm>
                <a:off x="3716396" y="2877101"/>
                <a:ext cx="135000" cy="601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2D8E49E-BFAB-B8F7-B1BB-075C83C35BD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707756" y="2868461"/>
                  <a:ext cx="1526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F933C19-B2B7-1380-F84F-FC5397C93CBA}"/>
                    </a:ext>
                  </a:extLst>
                </p14:cNvPr>
                <p14:cNvContentPartPr/>
                <p14:nvPr/>
              </p14:nvContentPartPr>
              <p14:xfrm>
                <a:off x="3744836" y="3020021"/>
                <a:ext cx="80280" cy="255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F933C19-B2B7-1380-F84F-FC5397C93CB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736196" y="3011381"/>
                  <a:ext cx="979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12B66CD-4FAD-BA0D-D23D-5D79E328BBD9}"/>
                    </a:ext>
                  </a:extLst>
                </p14:cNvPr>
                <p14:cNvContentPartPr/>
                <p14:nvPr/>
              </p14:nvContentPartPr>
              <p14:xfrm>
                <a:off x="3967676" y="2722661"/>
                <a:ext cx="150120" cy="1101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12B66CD-4FAD-BA0D-D23D-5D79E328BBD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959036" y="2713661"/>
                  <a:ext cx="1677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ECF57BE-7517-DFDD-EEED-8A6762B4C436}"/>
                    </a:ext>
                  </a:extLst>
                </p14:cNvPr>
                <p14:cNvContentPartPr/>
                <p14:nvPr/>
              </p14:nvContentPartPr>
              <p14:xfrm>
                <a:off x="4565636" y="2821661"/>
                <a:ext cx="65160" cy="2462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ECF57BE-7517-DFDD-EEED-8A6762B4C43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556996" y="2813021"/>
                  <a:ext cx="8280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64A5216-5526-A582-A78A-45F003936482}"/>
                    </a:ext>
                  </a:extLst>
                </p14:cNvPr>
                <p14:cNvContentPartPr/>
                <p14:nvPr/>
              </p14:nvContentPartPr>
              <p14:xfrm>
                <a:off x="4794236" y="2735981"/>
                <a:ext cx="414720" cy="2368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64A5216-5526-A582-A78A-45F00393648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785596" y="2726981"/>
                  <a:ext cx="4323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53075B2-2883-3CF2-7B4D-8E72C58B369E}"/>
                    </a:ext>
                  </a:extLst>
                </p14:cNvPr>
                <p14:cNvContentPartPr/>
                <p14:nvPr/>
              </p14:nvContentPartPr>
              <p14:xfrm>
                <a:off x="5276636" y="2764061"/>
                <a:ext cx="91800" cy="2145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53075B2-2883-3CF2-7B4D-8E72C58B369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267996" y="2755421"/>
                  <a:ext cx="1094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35206F4-BA38-2E33-091E-A187319D1283}"/>
                    </a:ext>
                  </a:extLst>
                </p14:cNvPr>
                <p14:cNvContentPartPr/>
                <p14:nvPr/>
              </p14:nvContentPartPr>
              <p14:xfrm>
                <a:off x="5498036" y="2706461"/>
                <a:ext cx="510120" cy="2588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35206F4-BA38-2E33-091E-A187319D128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489036" y="2697461"/>
                  <a:ext cx="52776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21CF868-0668-AE0A-0A19-600B56892AA9}"/>
                    </a:ext>
                  </a:extLst>
                </p14:cNvPr>
                <p14:cNvContentPartPr/>
                <p14:nvPr/>
              </p14:nvContentPartPr>
              <p14:xfrm>
                <a:off x="6019676" y="2742821"/>
                <a:ext cx="21600" cy="583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21CF868-0668-AE0A-0A19-600B56892AA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011036" y="2734181"/>
                  <a:ext cx="392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2FE2409-A188-78BB-F034-5F3598636EF7}"/>
                    </a:ext>
                  </a:extLst>
                </p14:cNvPr>
                <p14:cNvContentPartPr/>
                <p14:nvPr/>
              </p14:nvContentPartPr>
              <p14:xfrm>
                <a:off x="6039476" y="2746061"/>
                <a:ext cx="192240" cy="1666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2FE2409-A188-78BB-F034-5F3598636EF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030476" y="2737421"/>
                  <a:ext cx="2098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E4BBB55-70C5-6AA9-4273-0D7120CDADA5}"/>
                    </a:ext>
                  </a:extLst>
                </p14:cNvPr>
                <p14:cNvContentPartPr/>
                <p14:nvPr/>
              </p14:nvContentPartPr>
              <p14:xfrm>
                <a:off x="6335756" y="2704301"/>
                <a:ext cx="109080" cy="1846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E4BBB55-70C5-6AA9-4273-0D7120CDADA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326756" y="2695301"/>
                  <a:ext cx="1267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C6F12FA-AABF-4C04-96CA-1A1E2E0B007C}"/>
                    </a:ext>
                  </a:extLst>
                </p14:cNvPr>
                <p14:cNvContentPartPr/>
                <p14:nvPr/>
              </p14:nvContentPartPr>
              <p14:xfrm>
                <a:off x="7031996" y="2829221"/>
                <a:ext cx="26640" cy="1267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C6F12FA-AABF-4C04-96CA-1A1E2E0B007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023356" y="2820221"/>
                  <a:ext cx="442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74C4578-AE9D-BFB1-F76C-50B821BA84AF}"/>
                    </a:ext>
                  </a:extLst>
                </p14:cNvPr>
                <p14:cNvContentPartPr/>
                <p14:nvPr/>
              </p14:nvContentPartPr>
              <p14:xfrm>
                <a:off x="7002476" y="2678021"/>
                <a:ext cx="360" cy="3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74C4578-AE9D-BFB1-F76C-50B821BA84A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993836" y="266902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1F6B15F-0BF4-D965-29D3-C277B8EF75FE}"/>
                    </a:ext>
                  </a:extLst>
                </p14:cNvPr>
                <p14:cNvContentPartPr/>
                <p14:nvPr/>
              </p14:nvContentPartPr>
              <p14:xfrm>
                <a:off x="7306316" y="2783861"/>
                <a:ext cx="71640" cy="1983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1F6B15F-0BF4-D965-29D3-C277B8EF75F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297676" y="2775221"/>
                  <a:ext cx="892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DED190F-9160-A728-07B0-9E3713BF5252}"/>
                    </a:ext>
                  </a:extLst>
                </p14:cNvPr>
                <p14:cNvContentPartPr/>
                <p14:nvPr/>
              </p14:nvContentPartPr>
              <p14:xfrm>
                <a:off x="7778276" y="2568581"/>
                <a:ext cx="10080" cy="820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DED190F-9160-A728-07B0-9E3713BF525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769276" y="2559941"/>
                  <a:ext cx="277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48724C2-7256-589F-A588-85D9F7C9CE30}"/>
                    </a:ext>
                  </a:extLst>
                </p14:cNvPr>
                <p14:cNvContentPartPr/>
                <p14:nvPr/>
              </p14:nvContentPartPr>
              <p14:xfrm>
                <a:off x="7777556" y="2574701"/>
                <a:ext cx="59760" cy="1378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48724C2-7256-589F-A588-85D9F7C9CE3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768556" y="2566061"/>
                  <a:ext cx="774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0944122-AC1E-75B8-2662-1086578A09F2}"/>
                    </a:ext>
                  </a:extLst>
                </p14:cNvPr>
                <p14:cNvContentPartPr/>
                <p14:nvPr/>
              </p14:nvContentPartPr>
              <p14:xfrm>
                <a:off x="1623716" y="3032621"/>
                <a:ext cx="704160" cy="3445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0944122-AC1E-75B8-2662-1086578A09F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614716" y="3023981"/>
                  <a:ext cx="72180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D0A856E-E55C-08EB-1CFA-E74162AE861F}"/>
                    </a:ext>
                  </a:extLst>
                </p14:cNvPr>
                <p14:cNvContentPartPr/>
                <p14:nvPr/>
              </p14:nvContentPartPr>
              <p14:xfrm>
                <a:off x="2551076" y="3098501"/>
                <a:ext cx="188280" cy="568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D0A856E-E55C-08EB-1CFA-E74162AE861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542436" y="3089501"/>
                  <a:ext cx="2059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B804584-E1C7-AC85-089E-81B22CB9F616}"/>
                    </a:ext>
                  </a:extLst>
                </p14:cNvPr>
                <p14:cNvContentPartPr/>
                <p14:nvPr/>
              </p14:nvContentPartPr>
              <p14:xfrm>
                <a:off x="6009956" y="1126061"/>
                <a:ext cx="19800" cy="698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B804584-E1C7-AC85-089E-81B22CB9F61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001316" y="1117061"/>
                  <a:ext cx="374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C0ED5C0-E610-C14C-F7CF-09489B220128}"/>
                    </a:ext>
                  </a:extLst>
                </p14:cNvPr>
                <p14:cNvContentPartPr/>
                <p14:nvPr/>
              </p14:nvContentPartPr>
              <p14:xfrm>
                <a:off x="6105716" y="1161341"/>
                <a:ext cx="31320" cy="89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C0ED5C0-E610-C14C-F7CF-09489B22012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096716" y="1152341"/>
                  <a:ext cx="489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04B0977-2850-DE34-FEDE-7303F65701EA}"/>
                    </a:ext>
                  </a:extLst>
                </p14:cNvPr>
                <p14:cNvContentPartPr/>
                <p14:nvPr/>
              </p14:nvContentPartPr>
              <p14:xfrm>
                <a:off x="6007076" y="1094741"/>
                <a:ext cx="24480" cy="1051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04B0977-2850-DE34-FEDE-7303F65701E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998436" y="1086101"/>
                  <a:ext cx="421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6002171-0B08-DFD5-73E8-F11062810122}"/>
                    </a:ext>
                  </a:extLst>
                </p14:cNvPr>
                <p14:cNvContentPartPr/>
                <p14:nvPr/>
              </p14:nvContentPartPr>
              <p14:xfrm>
                <a:off x="6123356" y="1162781"/>
                <a:ext cx="55080" cy="626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6002171-0B08-DFD5-73E8-F1106281012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114716" y="1154141"/>
                  <a:ext cx="727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3823B20-4758-4DF7-1A6F-041F3F1C7EDB}"/>
                    </a:ext>
                  </a:extLst>
                </p14:cNvPr>
                <p14:cNvContentPartPr/>
                <p14:nvPr/>
              </p14:nvContentPartPr>
              <p14:xfrm>
                <a:off x="6598196" y="1177541"/>
                <a:ext cx="92160" cy="2491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3823B20-4758-4DF7-1A6F-041F3F1C7ED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589556" y="1168541"/>
                  <a:ext cx="10980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D708DDB-601F-2C18-55E6-DA1FA9645482}"/>
                    </a:ext>
                  </a:extLst>
                </p14:cNvPr>
                <p14:cNvContentPartPr/>
                <p14:nvPr/>
              </p14:nvContentPartPr>
              <p14:xfrm>
                <a:off x="6805556" y="1331621"/>
                <a:ext cx="230760" cy="838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D708DDB-601F-2C18-55E6-DA1FA964548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796556" y="1322981"/>
                  <a:ext cx="2484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78F45D2-9E07-4E7F-A1A4-6DBE4F999288}"/>
                    </a:ext>
                  </a:extLst>
                </p14:cNvPr>
                <p14:cNvContentPartPr/>
                <p14:nvPr/>
              </p14:nvContentPartPr>
              <p14:xfrm>
                <a:off x="7219196" y="1332701"/>
                <a:ext cx="60120" cy="298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78F45D2-9E07-4E7F-A1A4-6DBE4F99928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210556" y="1324061"/>
                  <a:ext cx="777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0612258-8759-935B-2796-6318013E0E28}"/>
                    </a:ext>
                  </a:extLst>
                </p14:cNvPr>
                <p14:cNvContentPartPr/>
                <p14:nvPr/>
              </p14:nvContentPartPr>
              <p14:xfrm>
                <a:off x="6636716" y="1317941"/>
                <a:ext cx="439560" cy="1051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0612258-8759-935B-2796-6318013E0E2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628076" y="1309301"/>
                  <a:ext cx="4572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E78ABAF-6B33-9E22-3B46-67EAF6CF40BD}"/>
                    </a:ext>
                  </a:extLst>
                </p14:cNvPr>
                <p14:cNvContentPartPr/>
                <p14:nvPr/>
              </p14:nvContentPartPr>
              <p14:xfrm>
                <a:off x="6327476" y="1750301"/>
                <a:ext cx="111600" cy="1454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E78ABAF-6B33-9E22-3B46-67EAF6CF40B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318476" y="1741661"/>
                  <a:ext cx="1292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2FC1D35-BE20-2B0C-3C2D-FC8E6383F312}"/>
                    </a:ext>
                  </a:extLst>
                </p14:cNvPr>
                <p14:cNvContentPartPr/>
                <p14:nvPr/>
              </p14:nvContentPartPr>
              <p14:xfrm>
                <a:off x="6585236" y="1808981"/>
                <a:ext cx="69840" cy="630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2FC1D35-BE20-2B0C-3C2D-FC8E6383F31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576236" y="1800341"/>
                  <a:ext cx="874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7EE444E-F750-95C2-28DC-986B6478D815}"/>
                    </a:ext>
                  </a:extLst>
                </p14:cNvPr>
                <p14:cNvContentPartPr/>
                <p14:nvPr/>
              </p14:nvContentPartPr>
              <p14:xfrm>
                <a:off x="6854516" y="1753541"/>
                <a:ext cx="39600" cy="2116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7EE444E-F750-95C2-28DC-986B6478D81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845876" y="1744541"/>
                  <a:ext cx="572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854FF58-EE18-651D-DE47-ADA15FC7A9DD}"/>
                    </a:ext>
                  </a:extLst>
                </p14:cNvPr>
                <p14:cNvContentPartPr/>
                <p14:nvPr/>
              </p14:nvContentPartPr>
              <p14:xfrm>
                <a:off x="7030916" y="1803221"/>
                <a:ext cx="652680" cy="1422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854FF58-EE18-651D-DE47-ADA15FC7A9D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021916" y="1794581"/>
                  <a:ext cx="6703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7538FD4-E125-5F79-BC4A-19620E780832}"/>
                    </a:ext>
                  </a:extLst>
                </p14:cNvPr>
                <p14:cNvContentPartPr/>
                <p14:nvPr/>
              </p14:nvContentPartPr>
              <p14:xfrm>
                <a:off x="7829396" y="1711781"/>
                <a:ext cx="192240" cy="2458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7538FD4-E125-5F79-BC4A-19620E78083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820756" y="1702781"/>
                  <a:ext cx="20988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4AE8CAF-232C-3585-CCE5-70C3B243DB94}"/>
                    </a:ext>
                  </a:extLst>
                </p14:cNvPr>
                <p14:cNvContentPartPr/>
                <p14:nvPr/>
              </p14:nvContentPartPr>
              <p14:xfrm>
                <a:off x="7427276" y="2029661"/>
                <a:ext cx="255240" cy="547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4AE8CAF-232C-3585-CCE5-70C3B243DB9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418276" y="2021021"/>
                  <a:ext cx="2728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1D8FD0E-BBB3-86CA-1D89-CA3C02850DB4}"/>
                    </a:ext>
                  </a:extLst>
                </p14:cNvPr>
                <p14:cNvContentPartPr/>
                <p14:nvPr/>
              </p14:nvContentPartPr>
              <p14:xfrm>
                <a:off x="7472996" y="2132621"/>
                <a:ext cx="170640" cy="327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1D8FD0E-BBB3-86CA-1D89-CA3C02850DB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463996" y="2123981"/>
                  <a:ext cx="1882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9807B62-20BD-97E5-AE6D-12CC0AA24D92}"/>
                    </a:ext>
                  </a:extLst>
                </p14:cNvPr>
                <p14:cNvContentPartPr/>
                <p14:nvPr/>
              </p14:nvContentPartPr>
              <p14:xfrm>
                <a:off x="6768116" y="1801781"/>
                <a:ext cx="360" cy="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9807B62-20BD-97E5-AE6D-12CC0AA24D9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759476" y="179314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A7AA633-B2A7-3C88-C3F1-D4503F9BF823}"/>
                    </a:ext>
                  </a:extLst>
                </p14:cNvPr>
                <p14:cNvContentPartPr/>
                <p14:nvPr/>
              </p14:nvContentPartPr>
              <p14:xfrm>
                <a:off x="2599316" y="3296501"/>
                <a:ext cx="302400" cy="554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A7AA633-B2A7-3C88-C3F1-D4503F9BF823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2590676" y="3287861"/>
                  <a:ext cx="3200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92F0026-532A-68A5-DB70-EBA6F9653022}"/>
                    </a:ext>
                  </a:extLst>
                </p14:cNvPr>
                <p14:cNvContentPartPr/>
                <p14:nvPr/>
              </p14:nvContentPartPr>
              <p14:xfrm>
                <a:off x="2705876" y="3425021"/>
                <a:ext cx="113760" cy="158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92F0026-532A-68A5-DB70-EBA6F9653022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697236" y="3416381"/>
                  <a:ext cx="1314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12CC802-F425-691B-3E59-BF1D5E4978A1}"/>
                    </a:ext>
                  </a:extLst>
                </p14:cNvPr>
                <p14:cNvContentPartPr/>
                <p14:nvPr/>
              </p14:nvContentPartPr>
              <p14:xfrm>
                <a:off x="1540916" y="2275541"/>
                <a:ext cx="48240" cy="3682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12CC802-F425-691B-3E59-BF1D5E4978A1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532276" y="2266901"/>
                  <a:ext cx="6588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BC3A641A-0834-11EE-5472-762BBC6F06E1}"/>
                    </a:ext>
                  </a:extLst>
                </p14:cNvPr>
                <p14:cNvContentPartPr/>
                <p14:nvPr/>
              </p14:nvContentPartPr>
              <p14:xfrm>
                <a:off x="1519316" y="2143421"/>
                <a:ext cx="185760" cy="1569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BC3A641A-0834-11EE-5472-762BBC6F06E1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510316" y="2134421"/>
                  <a:ext cx="2034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D3745FD8-BCA9-610D-DEBA-0C170FF93662}"/>
                    </a:ext>
                  </a:extLst>
                </p14:cNvPr>
                <p14:cNvContentPartPr/>
                <p14:nvPr/>
              </p14:nvContentPartPr>
              <p14:xfrm>
                <a:off x="1775636" y="2220461"/>
                <a:ext cx="488160" cy="2059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D3745FD8-BCA9-610D-DEBA-0C170FF93662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766636" y="2211461"/>
                  <a:ext cx="5058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6499DF2-6359-A107-78AB-9F20C7261E98}"/>
                    </a:ext>
                  </a:extLst>
                </p14:cNvPr>
                <p14:cNvContentPartPr/>
                <p14:nvPr/>
              </p14:nvContentPartPr>
              <p14:xfrm>
                <a:off x="2337956" y="2081141"/>
                <a:ext cx="27360" cy="453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6499DF2-6359-A107-78AB-9F20C7261E98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2328956" y="2072501"/>
                  <a:ext cx="450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CD6FA53-3C3E-A1DC-02B3-520C5E20E4DC}"/>
                    </a:ext>
                  </a:extLst>
                </p14:cNvPr>
                <p14:cNvContentPartPr/>
                <p14:nvPr/>
              </p14:nvContentPartPr>
              <p14:xfrm>
                <a:off x="2428676" y="2210381"/>
                <a:ext cx="196560" cy="1224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CD6FA53-3C3E-A1DC-02B3-520C5E20E4DC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2420036" y="2201381"/>
                  <a:ext cx="2142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A8CE618E-2BF6-9A1F-C834-C79321A33CCB}"/>
                    </a:ext>
                  </a:extLst>
                </p14:cNvPr>
                <p14:cNvContentPartPr/>
                <p14:nvPr/>
              </p14:nvContentPartPr>
              <p14:xfrm>
                <a:off x="2746556" y="2099861"/>
                <a:ext cx="519480" cy="2214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A8CE618E-2BF6-9A1F-C834-C79321A33CCB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2737556" y="2090861"/>
                  <a:ext cx="5371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356E7C9-B7E7-FAEC-6AE8-6EEFE1D726E2}"/>
                    </a:ext>
                  </a:extLst>
                </p14:cNvPr>
                <p14:cNvContentPartPr/>
                <p14:nvPr/>
              </p14:nvContentPartPr>
              <p14:xfrm>
                <a:off x="3159476" y="2350061"/>
                <a:ext cx="65520" cy="68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356E7C9-B7E7-FAEC-6AE8-6EEFE1D726E2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3150476" y="2341421"/>
                  <a:ext cx="831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87EA3E2-3612-381E-FF6B-8BF793D02FCE}"/>
                    </a:ext>
                  </a:extLst>
                </p14:cNvPr>
                <p14:cNvContentPartPr/>
                <p14:nvPr/>
              </p14:nvContentPartPr>
              <p14:xfrm>
                <a:off x="3225356" y="2100941"/>
                <a:ext cx="315720" cy="3175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87EA3E2-3612-381E-FF6B-8BF793D02FCE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3216356" y="2092301"/>
                  <a:ext cx="33336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35D476D5-2EBC-5D08-C35F-C2DF68CFA1C0}"/>
                    </a:ext>
                  </a:extLst>
                </p14:cNvPr>
                <p14:cNvContentPartPr/>
                <p14:nvPr/>
              </p14:nvContentPartPr>
              <p14:xfrm>
                <a:off x="3664916" y="2141981"/>
                <a:ext cx="459360" cy="2019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35D476D5-2EBC-5D08-C35F-C2DF68CFA1C0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3655916" y="2132981"/>
                  <a:ext cx="4770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3D8458A-86C1-0411-A68F-BEAFA1C1B696}"/>
                    </a:ext>
                  </a:extLst>
                </p14:cNvPr>
                <p14:cNvContentPartPr/>
                <p14:nvPr/>
              </p14:nvContentPartPr>
              <p14:xfrm>
                <a:off x="3057236" y="2031461"/>
                <a:ext cx="357120" cy="4885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3D8458A-86C1-0411-A68F-BEAFA1C1B696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3048596" y="2022461"/>
                  <a:ext cx="374760" cy="50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BF372830-493D-78E1-0A1F-94D8024265D0}"/>
                    </a:ext>
                  </a:extLst>
                </p14:cNvPr>
                <p14:cNvContentPartPr/>
                <p14:nvPr/>
              </p14:nvContentPartPr>
              <p14:xfrm>
                <a:off x="4628636" y="1976741"/>
                <a:ext cx="98640" cy="4190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BF372830-493D-78E1-0A1F-94D8024265D0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4619636" y="1967741"/>
                  <a:ext cx="11628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94B17AE7-1575-467B-62C3-E3135CAE48B9}"/>
                    </a:ext>
                  </a:extLst>
                </p14:cNvPr>
                <p14:cNvContentPartPr/>
                <p14:nvPr/>
              </p14:nvContentPartPr>
              <p14:xfrm>
                <a:off x="4661396" y="2150261"/>
                <a:ext cx="4753800" cy="13827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94B17AE7-1575-467B-62C3-E3135CAE48B9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4652756" y="2141621"/>
                  <a:ext cx="4771440" cy="140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3336D2F5-E80E-1469-ACDF-E1AC355A0837}"/>
                    </a:ext>
                  </a:extLst>
                </p14:cNvPr>
                <p14:cNvContentPartPr/>
                <p14:nvPr/>
              </p14:nvContentPartPr>
              <p14:xfrm>
                <a:off x="9424556" y="3374621"/>
                <a:ext cx="47520" cy="1774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3336D2F5-E80E-1469-ACDF-E1AC355A0837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9415916" y="3365621"/>
                  <a:ext cx="651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F764885-DA6D-8FA3-9F89-10275A1562BB}"/>
                    </a:ext>
                  </a:extLst>
                </p14:cNvPr>
                <p14:cNvContentPartPr/>
                <p14:nvPr/>
              </p14:nvContentPartPr>
              <p14:xfrm>
                <a:off x="877436" y="1119221"/>
                <a:ext cx="170640" cy="15519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F764885-DA6D-8FA3-9F89-10275A1562BB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68436" y="1110221"/>
                  <a:ext cx="188280" cy="156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81757C1-3867-020D-F923-1FB869D89754}"/>
                    </a:ext>
                  </a:extLst>
                </p14:cNvPr>
                <p14:cNvContentPartPr/>
                <p14:nvPr/>
              </p14:nvContentPartPr>
              <p14:xfrm>
                <a:off x="694916" y="2623301"/>
                <a:ext cx="172080" cy="1285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E81757C1-3867-020D-F923-1FB869D89754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685916" y="2614661"/>
                  <a:ext cx="1897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19DCDFC-972A-AB58-9330-ED493229B5C1}"/>
                    </a:ext>
                  </a:extLst>
                </p14:cNvPr>
                <p14:cNvContentPartPr/>
                <p14:nvPr/>
              </p14:nvContentPartPr>
              <p14:xfrm>
                <a:off x="705356" y="2635181"/>
                <a:ext cx="326160" cy="3297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19DCDFC-972A-AB58-9330-ED493229B5C1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696356" y="2626541"/>
                  <a:ext cx="34380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8D8E0604-F9C9-4E8D-AD14-EDC0D284D628}"/>
                    </a:ext>
                  </a:extLst>
                </p14:cNvPr>
                <p14:cNvContentPartPr/>
                <p14:nvPr/>
              </p14:nvContentPartPr>
              <p14:xfrm>
                <a:off x="1944476" y="1438901"/>
                <a:ext cx="477000" cy="1706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8D8E0604-F9C9-4E8D-AD14-EDC0D284D628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935476" y="1430261"/>
                  <a:ext cx="4946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F8F31F6-C291-CB28-3805-DB43E8D95454}"/>
                    </a:ext>
                  </a:extLst>
                </p14:cNvPr>
                <p14:cNvContentPartPr/>
                <p14:nvPr/>
              </p14:nvContentPartPr>
              <p14:xfrm>
                <a:off x="905876" y="2309381"/>
                <a:ext cx="460440" cy="2106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F8F31F6-C291-CB28-3805-DB43E8D95454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96876" y="2300381"/>
                  <a:ext cx="478080" cy="22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1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CED04A8F-9059-B92E-ED5B-7F9BEB1274FF}"/>
                  </a:ext>
                </a:extLst>
              </p14:cNvPr>
              <p14:cNvContentPartPr/>
              <p14:nvPr/>
            </p14:nvContentPartPr>
            <p14:xfrm>
              <a:off x="977876" y="3275621"/>
              <a:ext cx="388080" cy="22284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CED04A8F-9059-B92E-ED5B-7F9BEB1274FF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969236" y="3266981"/>
                <a:ext cx="40572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3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7AA5BB61-7E51-108B-9DFD-BDD6E9B3F8A8}"/>
                  </a:ext>
                </a:extLst>
              </p14:cNvPr>
              <p14:cNvContentPartPr/>
              <p14:nvPr/>
            </p14:nvContentPartPr>
            <p14:xfrm>
              <a:off x="9393596" y="981341"/>
              <a:ext cx="184680" cy="6768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7AA5BB61-7E51-108B-9DFD-BDD6E9B3F8A8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9384596" y="972341"/>
                <a:ext cx="20232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5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3702F46B-E28A-4851-16DE-578A64A6313E}"/>
                  </a:ext>
                </a:extLst>
              </p14:cNvPr>
              <p14:cNvContentPartPr/>
              <p14:nvPr/>
            </p14:nvContentPartPr>
            <p14:xfrm>
              <a:off x="8960156" y="1899701"/>
              <a:ext cx="239400" cy="8136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3702F46B-E28A-4851-16DE-578A64A6313E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8951516" y="1891061"/>
                <a:ext cx="257040" cy="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7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DDEF4BE5-9C17-1348-43D1-D0B23960CCDD}"/>
                  </a:ext>
                </a:extLst>
              </p14:cNvPr>
              <p14:cNvContentPartPr/>
              <p14:nvPr/>
            </p14:nvContentPartPr>
            <p14:xfrm>
              <a:off x="8310356" y="2709701"/>
              <a:ext cx="267120" cy="7704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DDEF4BE5-9C17-1348-43D1-D0B23960CCDD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8301716" y="2700701"/>
                <a:ext cx="284760" cy="94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3" name="Group 142">
            <a:extLst>
              <a:ext uri="{FF2B5EF4-FFF2-40B4-BE49-F238E27FC236}">
                <a16:creationId xmlns:a16="http://schemas.microsoft.com/office/drawing/2014/main" id="{D7FE95B7-325C-4506-D646-0C8E77977C7D}"/>
              </a:ext>
            </a:extLst>
          </p:cNvPr>
          <p:cNvGrpSpPr/>
          <p:nvPr/>
        </p:nvGrpSpPr>
        <p:grpSpPr>
          <a:xfrm>
            <a:off x="244556" y="4076981"/>
            <a:ext cx="1592280" cy="1128960"/>
            <a:chOff x="244556" y="4076981"/>
            <a:chExt cx="1592280" cy="112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A0BA180-21BF-37C3-28A0-7D31AF0427C5}"/>
                    </a:ext>
                  </a:extLst>
                </p14:cNvPr>
                <p14:cNvContentPartPr/>
                <p14:nvPr/>
              </p14:nvContentPartPr>
              <p14:xfrm>
                <a:off x="660356" y="4455701"/>
                <a:ext cx="14760" cy="3812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A0BA180-21BF-37C3-28A0-7D31AF0427C5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651356" y="4447061"/>
                  <a:ext cx="3240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DCD0705-2996-C117-91C8-AE849AB46EFC}"/>
                    </a:ext>
                  </a:extLst>
                </p14:cNvPr>
                <p14:cNvContentPartPr/>
                <p14:nvPr/>
              </p14:nvContentPartPr>
              <p14:xfrm>
                <a:off x="645236" y="4298021"/>
                <a:ext cx="126720" cy="2052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DCD0705-2996-C117-91C8-AE849AB46EFC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636596" y="4289381"/>
                  <a:ext cx="1443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193FED2-D93F-6655-7846-6EAD82C4D3ED}"/>
                    </a:ext>
                  </a:extLst>
                </p14:cNvPr>
                <p14:cNvContentPartPr/>
                <p14:nvPr/>
              </p14:nvContentPartPr>
              <p14:xfrm>
                <a:off x="804716" y="4394501"/>
                <a:ext cx="426240" cy="2070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193FED2-D93F-6655-7846-6EAD82C4D3ED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796076" y="4385501"/>
                  <a:ext cx="4438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779F697-AF2E-7E27-27FF-B13A7E51016C}"/>
                    </a:ext>
                  </a:extLst>
                </p14:cNvPr>
                <p14:cNvContentPartPr/>
                <p14:nvPr/>
              </p14:nvContentPartPr>
              <p14:xfrm>
                <a:off x="1241036" y="4268861"/>
                <a:ext cx="77040" cy="669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779F697-AF2E-7E27-27FF-B13A7E51016C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232036" y="4260221"/>
                  <a:ext cx="946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1E9C7E2-2E42-A12C-93E6-7D5F4958836B}"/>
                    </a:ext>
                  </a:extLst>
                </p14:cNvPr>
                <p14:cNvContentPartPr/>
                <p14:nvPr/>
              </p14:nvContentPartPr>
              <p14:xfrm>
                <a:off x="1398716" y="4399901"/>
                <a:ext cx="159480" cy="892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1E9C7E2-2E42-A12C-93E6-7D5F4958836B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390076" y="4390901"/>
                  <a:ext cx="1771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B820DAE-B75A-3221-6D47-40D0D9253FC3}"/>
                    </a:ext>
                  </a:extLst>
                </p14:cNvPr>
                <p14:cNvContentPartPr/>
                <p14:nvPr/>
              </p14:nvContentPartPr>
              <p14:xfrm>
                <a:off x="1592756" y="4169141"/>
                <a:ext cx="244080" cy="4680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B820DAE-B75A-3221-6D47-40D0D9253FC3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584116" y="4160501"/>
                  <a:ext cx="261720" cy="4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0554B47-881E-CC5C-1379-75EA47BA736D}"/>
                    </a:ext>
                  </a:extLst>
                </p14:cNvPr>
                <p14:cNvContentPartPr/>
                <p14:nvPr/>
              </p14:nvContentPartPr>
              <p14:xfrm>
                <a:off x="244556" y="4076981"/>
                <a:ext cx="335160" cy="11289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0554B47-881E-CC5C-1379-75EA47BA736D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235556" y="4067981"/>
                  <a:ext cx="352800" cy="114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3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80E43B85-B656-7CE5-979C-DF7C27036C8E}"/>
                  </a:ext>
                </a:extLst>
              </p14:cNvPr>
              <p14:cNvContentPartPr/>
              <p14:nvPr/>
            </p14:nvContentPartPr>
            <p14:xfrm>
              <a:off x="6820676" y="3573341"/>
              <a:ext cx="375120" cy="75276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80E43B85-B656-7CE5-979C-DF7C27036C8E}"/>
                  </a:ext>
                </a:extLst>
              </p:cNvPr>
              <p:cNvPicPr/>
              <p:nvPr/>
            </p:nvPicPr>
            <p:blipFill>
              <a:blip r:embed="rId224"/>
              <a:stretch>
                <a:fillRect/>
              </a:stretch>
            </p:blipFill>
            <p:spPr>
              <a:xfrm>
                <a:off x="6811676" y="3564341"/>
                <a:ext cx="392760" cy="77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2" name="Group 151">
            <a:extLst>
              <a:ext uri="{FF2B5EF4-FFF2-40B4-BE49-F238E27FC236}">
                <a16:creationId xmlns:a16="http://schemas.microsoft.com/office/drawing/2014/main" id="{664ACC78-28A8-8181-DEF8-3A871F34DC63}"/>
              </a:ext>
            </a:extLst>
          </p:cNvPr>
          <p:cNvGrpSpPr/>
          <p:nvPr/>
        </p:nvGrpSpPr>
        <p:grpSpPr>
          <a:xfrm>
            <a:off x="9394676" y="654461"/>
            <a:ext cx="564840" cy="2070360"/>
            <a:chOff x="9394676" y="654461"/>
            <a:chExt cx="564840" cy="207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10766597-1954-BBA3-9BE6-5A9063DC25A8}"/>
                    </a:ext>
                  </a:extLst>
                </p14:cNvPr>
                <p14:cNvContentPartPr/>
                <p14:nvPr/>
              </p14:nvContentPartPr>
              <p14:xfrm>
                <a:off x="9720476" y="662741"/>
                <a:ext cx="224280" cy="18133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10766597-1954-BBA3-9BE6-5A9063DC25A8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9711836" y="654101"/>
                  <a:ext cx="241920" cy="18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CC25E37E-BE47-ED08-2549-ABFD4D9F2203}"/>
                    </a:ext>
                  </a:extLst>
                </p14:cNvPr>
                <p14:cNvContentPartPr/>
                <p14:nvPr/>
              </p14:nvContentPartPr>
              <p14:xfrm>
                <a:off x="9575396" y="2350421"/>
                <a:ext cx="101880" cy="1213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CC25E37E-BE47-ED08-2549-ABFD4D9F2203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9566756" y="2341781"/>
                  <a:ext cx="1195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D559A6F6-ECBA-63C0-140D-E7416F55B172}"/>
                    </a:ext>
                  </a:extLst>
                </p14:cNvPr>
                <p14:cNvContentPartPr/>
                <p14:nvPr/>
              </p14:nvContentPartPr>
              <p14:xfrm>
                <a:off x="9741356" y="2411621"/>
                <a:ext cx="218160" cy="1440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D559A6F6-ECBA-63C0-140D-E7416F55B172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9732716" y="2402621"/>
                  <a:ext cx="2358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FCCDFEB7-E543-6536-95AC-BAEDA719330A}"/>
                    </a:ext>
                  </a:extLst>
                </p14:cNvPr>
                <p14:cNvContentPartPr/>
                <p14:nvPr/>
              </p14:nvContentPartPr>
              <p14:xfrm>
                <a:off x="9615356" y="654461"/>
                <a:ext cx="297360" cy="19717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FCCDFEB7-E543-6536-95AC-BAEDA719330A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9606716" y="645461"/>
                  <a:ext cx="315000" cy="19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42B4435-F487-987A-4DDC-4473D8995D4A}"/>
                    </a:ext>
                  </a:extLst>
                </p14:cNvPr>
                <p14:cNvContentPartPr/>
                <p14:nvPr/>
              </p14:nvContentPartPr>
              <p14:xfrm>
                <a:off x="9394676" y="2540861"/>
                <a:ext cx="168480" cy="1422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42B4435-F487-987A-4DDC-4473D8995D4A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9386036" y="2531861"/>
                  <a:ext cx="1861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5C395386-1764-72CC-7181-3FB5F2943967}"/>
                    </a:ext>
                  </a:extLst>
                </p14:cNvPr>
                <p14:cNvContentPartPr/>
                <p14:nvPr/>
              </p14:nvContentPartPr>
              <p14:xfrm>
                <a:off x="9564596" y="2592701"/>
                <a:ext cx="239040" cy="13212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5C395386-1764-72CC-7181-3FB5F2943967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9555596" y="2583701"/>
                  <a:ext cx="256680" cy="149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7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9023A7C6-EB7F-0366-9A39-9988984D5F2E}"/>
                  </a:ext>
                </a:extLst>
              </p14:cNvPr>
              <p14:cNvContentPartPr/>
              <p14:nvPr/>
            </p14:nvContentPartPr>
            <p14:xfrm>
              <a:off x="9436076" y="3990581"/>
              <a:ext cx="165600" cy="29340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9023A7C6-EB7F-0366-9A39-9988984D5F2E}"/>
                  </a:ext>
                </a:extLst>
              </p:cNvPr>
              <p:cNvPicPr/>
              <p:nvPr/>
            </p:nvPicPr>
            <p:blipFill>
              <a:blip r:embed="rId238"/>
              <a:stretch>
                <a:fillRect/>
              </a:stretch>
            </p:blipFill>
            <p:spPr>
              <a:xfrm>
                <a:off x="9427076" y="3981941"/>
                <a:ext cx="183240" cy="31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6" name="Group 155">
            <a:extLst>
              <a:ext uri="{FF2B5EF4-FFF2-40B4-BE49-F238E27FC236}">
                <a16:creationId xmlns:a16="http://schemas.microsoft.com/office/drawing/2014/main" id="{D61364F4-E369-DF21-C5FB-17EC61E0146E}"/>
              </a:ext>
            </a:extLst>
          </p:cNvPr>
          <p:cNvGrpSpPr/>
          <p:nvPr/>
        </p:nvGrpSpPr>
        <p:grpSpPr>
          <a:xfrm>
            <a:off x="9242756" y="4535261"/>
            <a:ext cx="387360" cy="249120"/>
            <a:chOff x="9242756" y="4535261"/>
            <a:chExt cx="387360" cy="24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DA87F370-104A-07E7-DBD0-DCEC6E954EA2}"/>
                    </a:ext>
                  </a:extLst>
                </p14:cNvPr>
                <p14:cNvContentPartPr/>
                <p14:nvPr/>
              </p14:nvContentPartPr>
              <p14:xfrm>
                <a:off x="9242756" y="4535261"/>
                <a:ext cx="387360" cy="853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DA87F370-104A-07E7-DBD0-DCEC6E954EA2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9233756" y="4526621"/>
                  <a:ext cx="4050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635E6D99-D4E1-6DCC-37D9-C5793724B2B4}"/>
                    </a:ext>
                  </a:extLst>
                </p14:cNvPr>
                <p14:cNvContentPartPr/>
                <p14:nvPr/>
              </p14:nvContentPartPr>
              <p14:xfrm>
                <a:off x="9325196" y="4679621"/>
                <a:ext cx="280440" cy="1047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635E6D99-D4E1-6DCC-37D9-C5793724B2B4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9316556" y="4670621"/>
                  <a:ext cx="298080" cy="12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3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06624C96-E464-D409-9054-B5A2832796FE}"/>
                  </a:ext>
                </a:extLst>
              </p14:cNvPr>
              <p14:cNvContentPartPr/>
              <p14:nvPr/>
            </p14:nvContentPartPr>
            <p14:xfrm>
              <a:off x="2394476" y="4555061"/>
              <a:ext cx="1429920" cy="23400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06624C96-E464-D409-9054-B5A2832796FE}"/>
                  </a:ext>
                </a:extLst>
              </p:cNvPr>
              <p:cNvPicPr/>
              <p:nvPr/>
            </p:nvPicPr>
            <p:blipFill>
              <a:blip r:embed="rId244"/>
              <a:stretch>
                <a:fillRect/>
              </a:stretch>
            </p:blipFill>
            <p:spPr>
              <a:xfrm>
                <a:off x="2385476" y="4546061"/>
                <a:ext cx="144756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5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80084FD2-6261-5019-438A-68FCD7BC42A9}"/>
                  </a:ext>
                </a:extLst>
              </p14:cNvPr>
              <p14:cNvContentPartPr/>
              <p14:nvPr/>
            </p14:nvContentPartPr>
            <p14:xfrm>
              <a:off x="5012036" y="4271021"/>
              <a:ext cx="925200" cy="22320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80084FD2-6261-5019-438A-68FCD7BC42A9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5003036" y="4262021"/>
                <a:ext cx="942840" cy="24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52036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ape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111" y="1965229"/>
            <a:ext cx="3128317" cy="3873154"/>
          </a:xfrm>
          <a:prstGeom prst="rect">
            <a:avLst/>
          </a:prstGeom>
        </p:spPr>
      </p:pic>
      <p:pic>
        <p:nvPicPr>
          <p:cNvPr id="3" name="shape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292" y="1989662"/>
            <a:ext cx="3114392" cy="3870745"/>
          </a:xfrm>
          <a:prstGeom prst="rect">
            <a:avLst/>
          </a:prstGeom>
        </p:spPr>
      </p:pic>
      <p:pic>
        <p:nvPicPr>
          <p:cNvPr id="4" name="shape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297" y="1981689"/>
            <a:ext cx="3119717" cy="3862506"/>
          </a:xfrm>
          <a:prstGeom prst="rect">
            <a:avLst/>
          </a:prstGeom>
        </p:spPr>
      </p:pic>
      <p:pic>
        <p:nvPicPr>
          <p:cNvPr id="5" name="tra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13" name="body1"/>
          <p:cNvSpPr>
            <a:spLocks noGrp="1"/>
          </p:cNvSpPr>
          <p:nvPr>
            <p:ph sz="quarter" idx="10"/>
          </p:nvPr>
        </p:nvSpPr>
        <p:spPr>
          <a:xfrm>
            <a:off x="918297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Memory Leak Detection</a:t>
            </a:r>
          </a:p>
          <a:p>
            <a:pPr lvl="4"/>
            <a:r>
              <a:rPr lang="en-US" dirty="0"/>
              <a:t>Discuss tools and techniques for identifying and fixing memory leaks.</a:t>
            </a:r>
          </a:p>
        </p:txBody>
      </p:sp>
      <p:sp>
        <p:nvSpPr>
          <p:cNvPr id="7" name="number1"/>
          <p:cNvSpPr>
            <a:spLocks noGrp="1"/>
          </p:cNvSpPr>
          <p:nvPr>
            <p:ph sz="quarter" idx="14"/>
          </p:nvPr>
        </p:nvSpPr>
        <p:spPr>
          <a:xfrm>
            <a:off x="1101172" y="2640399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01</a:t>
            </a:r>
          </a:p>
        </p:txBody>
      </p:sp>
      <p:sp>
        <p:nvSpPr>
          <p:cNvPr id="19" name="body3"/>
          <p:cNvSpPr>
            <a:spLocks noGrp="1"/>
          </p:cNvSpPr>
          <p:nvPr>
            <p:ph sz="quarter" idx="17"/>
          </p:nvPr>
        </p:nvSpPr>
        <p:spPr>
          <a:xfrm>
            <a:off x="8115110" y="1983400"/>
            <a:ext cx="31283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Thread and Concurrency Issues</a:t>
            </a:r>
          </a:p>
          <a:p>
            <a:pPr lvl="4"/>
            <a:r>
              <a:rPr lang="en-US" dirty="0"/>
              <a:t>Explain how to approach debugging in multi-threaded and concurrent programming environments.</a:t>
            </a:r>
          </a:p>
        </p:txBody>
      </p:sp>
      <p:sp>
        <p:nvSpPr>
          <p:cNvPr id="20" name="number3"/>
          <p:cNvSpPr>
            <a:spLocks noGrp="1"/>
          </p:cNvSpPr>
          <p:nvPr>
            <p:ph sz="quarter" idx="18"/>
          </p:nvPr>
        </p:nvSpPr>
        <p:spPr>
          <a:xfrm>
            <a:off x="8328260" y="2644147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03</a:t>
            </a:r>
          </a:p>
        </p:txBody>
      </p:sp>
      <p:sp>
        <p:nvSpPr>
          <p:cNvPr id="12" name="body2"/>
          <p:cNvSpPr>
            <a:spLocks noGrp="1"/>
          </p:cNvSpPr>
          <p:nvPr>
            <p:ph sz="quarter" idx="19"/>
          </p:nvPr>
        </p:nvSpPr>
        <p:spPr>
          <a:xfrm>
            <a:off x="4484299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Performance Profiling</a:t>
            </a:r>
          </a:p>
          <a:p>
            <a:pPr lvl="4"/>
            <a:r>
              <a:rPr lang="en-US" dirty="0"/>
              <a:t>Introduce profiling tools to find efficiency issues and bottlenecks in code.</a:t>
            </a:r>
          </a:p>
        </p:txBody>
      </p:sp>
      <p:sp>
        <p:nvSpPr>
          <p:cNvPr id="14" name="number2"/>
          <p:cNvSpPr>
            <a:spLocks noGrp="1"/>
          </p:cNvSpPr>
          <p:nvPr>
            <p:ph sz="quarter" idx="20"/>
          </p:nvPr>
        </p:nvSpPr>
        <p:spPr>
          <a:xfrm>
            <a:off x="4702707" y="2640398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02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Advanced Debugging Strategies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ra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052" y="-18000"/>
            <a:ext cx="12236104" cy="6894000"/>
          </a:xfrm>
          <a:prstGeom prst="rect">
            <a:avLst/>
          </a:prstGeom>
        </p:spPr>
      </p:pic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838200" y="1418590"/>
            <a:ext cx="10800080" cy="1805305"/>
          </a:xfrm>
          <a:prstGeom prst="rect">
            <a:avLst/>
          </a:prstGeom>
        </p:spPr>
        <p:txBody>
          <a:bodyPr bIns="0" anchor="b" anchorCtr="0"/>
          <a:lstStyle>
            <a:lvl1pPr algn="l">
              <a:defRPr sz="4800" b="1">
                <a:solidFill>
                  <a:schemeClr val="bg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Thank You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EB94F4C-BE03-7F47-4E7B-A125046EA6B9}"/>
                  </a:ext>
                </a:extLst>
              </p14:cNvPr>
              <p14:cNvContentPartPr/>
              <p14:nvPr/>
            </p14:nvContentPartPr>
            <p14:xfrm>
              <a:off x="1273076" y="3453821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EB94F4C-BE03-7F47-4E7B-A125046EA6B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4436" y="344482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0D400F3-01A4-1AD3-5939-77C5C5A30ED7}"/>
                  </a:ext>
                </a:extLst>
              </p14:cNvPr>
              <p14:cNvContentPartPr/>
              <p14:nvPr/>
            </p14:nvContentPartPr>
            <p14:xfrm>
              <a:off x="1279556" y="3300821"/>
              <a:ext cx="6840" cy="252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0D400F3-01A4-1AD3-5939-77C5C5A30ED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70556" y="3291821"/>
                <a:ext cx="2448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1591B5E-D45E-497B-9162-B9E76FDD39D1}"/>
                  </a:ext>
                </a:extLst>
              </p14:cNvPr>
              <p14:cNvContentPartPr/>
              <p14:nvPr/>
            </p14:nvContentPartPr>
            <p14:xfrm>
              <a:off x="2220956" y="3436181"/>
              <a:ext cx="23400" cy="320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1591B5E-D45E-497B-9162-B9E76FDD39D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11956" y="3427181"/>
                <a:ext cx="41040" cy="49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3111</TotalTime>
  <Words>350</Words>
  <Application>Microsoft Office PowerPoint</Application>
  <PresentationFormat>Widescreen</PresentationFormat>
  <Paragraphs>70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Poppins Light</vt:lpstr>
      <vt:lpstr>Poppins Medium</vt:lpstr>
      <vt:lpstr>Poppins Regular</vt:lpstr>
      <vt:lpstr>Poppins SemiBold</vt:lpstr>
      <vt:lpstr>Office 主题​​</vt:lpstr>
      <vt:lpstr>The Art of Debugging: Mastering Software Problem-Solving</vt:lpstr>
      <vt:lpstr>Content</vt:lpstr>
      <vt:lpstr>Introduction to Debugging</vt:lpstr>
      <vt:lpstr>Understanding Debugging</vt:lpstr>
      <vt:lpstr>The Debugging Mindset</vt:lpstr>
      <vt:lpstr>Types of Software Bugs</vt:lpstr>
      <vt:lpstr>Debugging Techniques</vt:lpstr>
      <vt:lpstr>Systematic Debugging Approach</vt:lpstr>
      <vt:lpstr>Debugging Tools and Resources</vt:lpstr>
      <vt:lpstr>PowerPoint Presentation</vt:lpstr>
      <vt:lpstr>Advanced Debugging Strategies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SkinnyFish</dc:creator>
  <cp:lastModifiedBy>Shubhankit Sirvaiya</cp:lastModifiedBy>
  <cp:revision>127</cp:revision>
  <dcterms:created xsi:type="dcterms:W3CDTF">2024-01-12T07:48:11Z</dcterms:created>
  <dcterms:modified xsi:type="dcterms:W3CDTF">2024-02-07T12:10:06Z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2052-6.4.0.8550</vt:lpwstr>
  </property>
  <property fmtid="{D5CDD505-2E9C-101B-9397-08002B2CF9AE}" pid="3" name="ICV">
    <vt:lpwstr>9DD6DF833E394729E4E16E651B262C40_43</vt:lpwstr>
  </property>
</Properties>
</file>