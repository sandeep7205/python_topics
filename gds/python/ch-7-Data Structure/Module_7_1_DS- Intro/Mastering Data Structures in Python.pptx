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118" autoAdjust="0"/>
  </p:normalViewPr>
  <p:slideViewPr>
    <p:cSldViewPr snapToGrid="0">
      <p:cViewPr varScale="1">
        <p:scale>
          <a:sx n="77" d="100"/>
          <a:sy n="77" d="100"/>
        </p:scale>
        <p:origin x="9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0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961 56 212,'0'0'13585,"-15"-9"-13013,-47-28-62,47 28-52,3 10-59,-38 6-30,38-5 241,-1-1-334,-62 5 399,37-2-463,28-3-34,-1 0-43,-55 5 196,0 2-159,12-3 30,6 0-41,41-2-130,-22 10-4,22-10 51,6 7-49,-1 1-14,1-6-3,0 0-1,0 1 1,1-1 0,0 0-1,0 1 1,0-1 0,2 6-1,0 3 21,0 47 114,-2-53-138,-2 53 164,-13 100 0,-9-54 139,-41 111-1,-51 96 269,100-273-500,-5 13 58,3 1 1,2 1-1,2 0 0,-8 79 0,12-69 36,-2 5 37,6-10 18,4-26-102,2-26 17,-2 2 1,-5 51 298,5-32-310,1-22 1471,9-5-1600,25 12-126,-25-12-161,8-11-831,77-35-801,-39 19-965,-43 20 2263,5-2-173,13-3-2926,22-8-1425,-7 3 392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0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575 144 572,'-6'-9'1878,"-17"-24"-103,17 25 4412,3 1-4938,-10-22-125,10 22 4913,20 5-5662,82-7 532,-24 2-434,-26 3-59,-13-1-236,-27 4-30,2-1-14,35-6-16,-35 6-7,-4 0-8,1 1-61,-5 1 6,0 0 1,0-1-1,0 1 0,-1-1 0,1 0 0,0 0 0,0 0 1,2-1-1,6 7-50,32 17 12,-42-22-9,0 0 0,-1 0-1,1 0 1,0 1-1,-1-1 1,1 0 0,-1 0-1,1 1 1,-1-1 0,1 0-1,-1 1 1,1-1-1,-1 1 1,1-1 0,-1 0-1,1 1 1,-1-1 0,0 1-1,1-1 1,-1 1-1,0-1 1,1 1 0,-1 0-1,0-1 1,0 1 0,0-1-1,1 1 1,-1 0-1,0 0 1,10 49 11,19 114 10,-22-113 1,1 61-1,-2-16-16,-2 309 31,-8-274-29,7 23 13,27 176-1,-22-249 8,-8-74 1289,-25 36 35,25-42-1327,0 0 0,-1-1 0,1 1 1,0 0-1,-1-1 0,1 1 0,-1-1 0,1 1 1,0-1-1,-1 1 0,1-1 0,-1 1 0,1-1 1,-1 0-1,0 1 0,1-1 0,-1 0 1,1 1-1,-1-1 0,0 0 0,1 0 0,-1 1 1,1-1-1,-1 0 0,0 0 0,1 0 1,-1 0-1,-1 0 0,-51 8 599,0-3-1,0-2 1,-1-2-1,-57-7 1,-224-40 744,72 8-2704,208 30-1254,45 7 374,0 0-2263,-27-3-2995,27 4 570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0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0 576,'0'0'13088,"-8"26"-12484,-71 213 885,23-47-466,37-126-1301,-17 35-1582,23-66 322,1-8-1644,-1-2-574,10-19 290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0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19806,'0'0'3423,"7"-6"-3247,31-26 1140,-38 51-1225,-1 55-14,1-56-16,-2-6-50,0 2-27,0-7-26,1 0 1,0 1 0,0-1 0,1 0 0,1 12 0,1 34-1538,-2-39 1273,0-9-44,0 0 0,0 1-1,0-1 1,1 1 0,0-1-1,0 0 1,4 10 0,4 17-1107,-6-25-362,29 15-11216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0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13417,'39'-65'1438,"-26"43"-1339,1 2 1,2 0-1,-1 1 1,2 0-1,34-29 0,-13 23 80,1 2-1,0 2 0,2 1 1,56-19-1,-95 38-166,1-1 1,-1 1-1,0 1 1,1-1-1,-1 0 0,0 1 1,1-1-1,-1 1 1,1-1-1,-1 1 1,1 0-1,-1 0 1,4 1-1,-5-1 1,0 0 0,1 0 0,-1 0 0,0 1 0,0-2 0,0 1 0,0 0 1,0 0-1,0 0 0,1 0 0,-1-1 0,0 1 0,0-1 0,0 1 0,0 0 0,0-1 0,1-1 0,9 7 58,32 12 3,-42-17-72,-1 0 1,1 0-1,-1 0 1,1 0-1,-1 0 1,1 0-1,-1 0 1,1 0 0,-1 1-1,1-1 1,-1 0-1,1 0 1,-1 1-1,1-1 1,-1 0-1,0 1 1,1-1-1,-1 0 1,0 1-1,1-1 1,-1 1-1,0-1 1,1 1-1,-1-1 1,0 0-1,0 1 1,1-1-1,-1 1 1,0-1-1,0 1 1,0-1-1,0 1 1,0-1-1,0 2 1,5 29 83,-6-10-11,-11 21 12,-2 0 0,-1-1 0,-3-1 0,-1-1 0,-43 67 0,49-86 77,0 1-1,1 1 0,1 0 0,1 1 1,1 0-1,1 0 0,-6 34 0,12-48 26,5 2-14,7 35-15,-3-27-10,-2-11-105,20 24 156,13 8-64,-31-33-144,25 22-215,-24-23 127,-5-2-2,1-1-1,0 0 1,0 0-1,0 0 0,0-1 1,7 4-1,33 17-1286,-37-18 1084,-4-3 153,-1-1-1,1 1 1,-1-1 0,1 1 0,0-1 0,-1 0 0,1 0 0,0 0-1,0 0 1,0-1 0,5 1 0,3 2-296,32 3-3178,-5-3-734,-28-2 332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0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1248,'0'0'18140,"-7"23"-17691,-36 118 323,24-73-433,16-59-398,1-5-7,0 0 1,1-1-1,0 1 0,0 0 1,0 0-1,1 0 1,-1 0-1,1 8 1,0-3-128,-3 21-1094,6-21 185,1 0 617,4 10-26,-5 0-3031,2-12-1446,22 31 381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08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86 14453,'84'-51'506,"-73"46"-489,0 0-1,0 0 1,0 2 0,1-1-1,-1 1 1,19-2-1,-18 5-12,28-5 28,-31 11-32,24 17 10,-24-17 12,-4 41 2,-4-38-11,-7 5-2,-20 43 5,25-53-14,0-1 0,-1 1 0,1-1 0,-1 0 0,1 0-1,-1 0 1,0 0 0,0 0 0,0 0 0,-1 0 0,1-1 0,-4 3-1,-1 2 6,5-4-4,0 0 0,0 0 0,0 0 1,-1-1-1,1 1 0,-1-1 0,0 1 0,1-1 0,-1 0 0,-5 3 0,-24 16 21,26-14-20,3-4-2,1-1 0,-1 1 1,1-1-1,-1 0 0,0 0 0,0 0 0,0 0 1,0 0-1,-6 2 0,-15 8 4,18-9 18,0 0-24,-18 11-27,18-10-27,22 8-248,213 140 159,-208-137 136,-1 2 0,-1 0 0,0 1-1,-1 1 1,-1 1 0,18 27 0,-32-44 8,-1 0 0,0 1 0,0-1 0,0 0 0,-1 1 1,1-1-1,-1 1 0,1 4 0,1 0 9,0 0 49,-3 48 343,-10-51-238,0 1-121,-2 2 0,-1-1 0,0-1 1,0 0-1,-1-1 1,1 0-1,-1-1 0,0 0 1,0-2-1,-16 2 0,-195 16-480,142-15-2068,12-3-3483,56-2 2069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5:25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373 204 12993 0 0,'0'0'295'0'0,"-2"-15"-4"0"0,-5-47-55 0 0,6 47 0 0 0,-5-9 88 0 0,2-4 1226 0 0,1 22-1375 0 0,-10-17-26 0 0,10 17 140 0 0,-12 23-173 0 0,-3 3-76 0 0,-70 85 170 0 0,29-26-174 0 0,-75 135 0 0 0,131-211-48 0 0,1 1 0 0 0,0 0 0 0 0,1-1 0 0 0,-1 1 0 0 0,1 0-1 0 0,-1 0 1 0 0,1 0 0 0 0,-1 5 0 0 0,1 1-18 0 0,-2-3-95 0 0,6 3-233 0 0,8 31 163 0 0,-11-41 188 0 0,0 1 0 0 0,0 0-1 0 0,0-1 1 0 0,0 1 0 0 0,1-1 0 0 0,-1 1 0 0 0,0 0 0 0 0,0-1-1 0 0,0 1 1 0 0,1 0 0 0 0,-1-1 0 0 0,0 1 0 0 0,1-1 0 0 0,-1 1 0 0 0,1-1-1 0 0,-1 1 1 0 0,0-1 0 0 0,1 1 0 0 0,-1-1 0 0 0,1 1 0 0 0,0-1-1 0 0,-1 0 1 0 0,1 1 0 0 0,-1-1 0 0 0,2 1 0 0 0,26 14-163 0 0,-7-9 14 0 0,-3-2 96 0 0,-7-1 24 0 0,0-1-1 0 0,0-1 0 0 0,0 0 1 0 0,0 0-1 0 0,0-1 0 0 0,0 0 1 0 0,1-1-1 0 0,18-4 0 0 0,27-5-52 0 0,0-2 0 0 0,0-2-1 0 0,61-26 1 0 0,-90 28 87 0 0,-2-3-1 0 0,0 0 1 0 0,0-1 0 0 0,-2-2-1 0 0,42-37 1 0 0,-56 41 104 0 0,11-26 41 0 0,-19 38-123 0 0,-1-1 0 0 0,1 1 0 0 0,-1-1 0 0 0,1 0 0 0 0,-1 1 0 0 0,0-1 0 0 0,0 0 0 0 0,0 0 0 0 0,-1 0 1 0 0,1 0-1 0 0,-1 1 0 0 0,0-1 0 0 0,1-5 0 0 0,-1-1 36 0 0,-1-10 138 0 0,-8-23 11 0 0,2 22 2 0 0,3 9-138 0 0,1 4-35 0 0,0 1 1 0 0,0 0-1 0 0,0-1 1 0 0,-1 1-1 0 0,1 0 1 0 0,-1 1-1 0 0,-1-1 1 0 0,1 1-1 0 0,-1 0 1 0 0,0 0-1 0 0,-9-7 1 0 0,0 1 5 0 0,2 0 11 0 0,-1 1 1 0 0,-1 0-1 0 0,1 1 1 0 0,-2 0-1 0 0,1 2 0 0 0,-27-12 1 0 0,-24-3-193 0 0,27 10-79 0 0,35 11 167 0 0,0 0 0 0 0,1 0-1 0 0,-1 0 1 0 0,0 0 0 0 0,0 1 0 0 0,0-1-1 0 0,0 1 1 0 0,0 0 0 0 0,-1 0 0 0 0,1 0-1 0 0,0 0 1 0 0,-6 1 0 0 0,0 1-127 0 0,0-3-538 0 0,-3 6-1499 0 0,-37 13-168 0 0,37-13-1554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5:2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0 852,'0'0'6865,"5"16"-6083,17 49-78,-22-63-670,1-1-1,0 1 1,-1 0 0,1-1 0,-1 1-1,0 0 1,0-1 0,1 1 0,-1 0-1,0-1 1,0 1 0,-1 0 0,1-1-1,0 1 1,0 0 0,-1-1 0,1 1-1,-2 3 1,-34 127 1096,22-92-644,-2-1 0,-25 44 1,-11 23 6,14-4-1704,24-49-1847,12-44-219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5:2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1 116 432 0 0,'0'0'9726'0'0,"13"-16"-8788"0"0,4-5-519 0 0,25-23 0 0 0,-34 37-263 0 0,10-5 46 0 0,17 6 818 0 0,-33 6-955 0 0,15-3 147 0 0,-9 1-69 0 0,1 0-1 0 0,-1 1 1 0 0,1 0 0 0 0,0 1-1 0 0,-1 0 1 0 0,11 1-1 0 0,39 1 340 0 0,-34 2-57 0 0,-9 1-270 0 0,0 1 1 0 0,-1 0-1 0 0,0 1 0 0 0,0 1 1 0 0,-1 0-1 0 0,23 18 1 0 0,-28-17-58 0 0,-1 1 1 0 0,0-1 0 0 0,-1 1-1 0 0,1 1 1 0 0,-2-1 0 0 0,0 1-1 0 0,6 16 1 0 0,-8-13-15 0 0,0 0 0 0 0,-1 0 0 0 0,0 1 0 0 0,-1-1 0 0 0,-1 0 0 0 0,-1 17 0 0 0,1-20-88 0 0,-5 94 425 0 0,-1-60-269 0 0,-2-9-28 0 0,4-5-58 0 0,3-24-2 0 0,1 2 4 0 0,0 28 7 0 0,0-28 0 0 0,7-2-57 0 0,19 22-77 0 0,-26-28 43 0 0,1 0 0 0 0,0 0-1 0 0,0 0 1 0 0,0 0 0 0 0,0 0 0 0 0,0 0-1 0 0,0 0 1 0 0,0-1 0 0 0,1 1 0 0 0,-1 0-1 0 0,0-1 1 0 0,0 1 0 0 0,2 0 0 0 0,8 5-116 0 0,-5-3 2 0 0,-1-1 0 0 0,0 1 1 0 0,1-1-1 0 0,-1 0 0 0 0,1 0 1 0 0,-1-1-1 0 0,9 2 0 0 0,1 1-406 0 0,37 7-171 0 0,5-10-3454 0 0,17-6-440 0 0,-17 0 348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2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802 85 1048 0 0,'0'0'8370'0'0,"-4"-14"-7382"0"0,-13-56 9594 0 0,-1 85-10324 0 0,12-11-236 0 0,-13 11 50 0 0,0 1 1 0 0,1 1-1 0 0,1 1 1 0 0,1 0 0 0 0,-23 34-1 0 0,-29 54 180 0 0,-164 244 284 0 0,165-252-357 0 0,4 2 0 0 0,-66 144-1 0 0,116-210-131 0 0,1 1-1 0 0,1 1 0 0 0,2-1 0 0 0,2 2 0 0 0,-4 42 0 0 0,8-57-17 0 0,1-10-10 0 0,1 1 1 0 0,1-1-1 0 0,0 1 1 0 0,0-1-1 0 0,4 22 0 0 0,-1-9-3 0 0,1 15 39 0 0,2 0 0 0 0,12 40 0 0 0,-1-30 23 0 0,7 22 11 0 0,-22-65-26 0 0,0 0-28 0 0,8 21-8 0 0,-7-21 1227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2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1 448 0 0,'0'0'12557'0'0,"18"6"-12228"0"0,57 22-31 0 0,-74-28-280 0 0,1 0 0 0 0,0 1-1 0 0,-1-1 1 0 0,1 1 0 0 0,-1-1 0 0 0,1 1 0 0 0,-1 0 0 0 0,1 0-1 0 0,-1 0 1 0 0,1 0 0 0 0,-1 0 0 0 0,0 0 0 0 0,0 0 0 0 0,1 0-1 0 0,0 2 1 0 0,12 13 125 0 0,-2 1 0 0 0,0 1-1 0 0,-1 0 1 0 0,-1 0 0 0 0,0 1-1 0 0,11 35 1 0 0,-11-16 73 0 0,-1 1 0 0 0,5 76-1 0 0,-9 81 206 0 0,-4-127-244 0 0,-4-4 103 0 0,-9 57-35 0 0,11-107-210 0 0,-6 30 144 0 0,-23 69 97 0 0,4-38-67 0 0,24-69-154 0 0,-4 0-58 0 0,1 3-24 0 0,3-7-13 0 0,0 1 1 0 0,0-1 0 0 0,0 1 0 0 0,-1-1-1 0 0,1 0 1 0 0,-1 0 0 0 0,0 0 0 0 0,-5 4-1 0 0,3-1-107 0 0,3-4 44 0 0,0 1-1 0 0,0-1 0 0 0,0 0 1 0 0,0 0-1 0 0,0 0 0 0 0,-1 0 1 0 0,1-1-1 0 0,0 1 1 0 0,-1-1-1 0 0,-3 2 0 0 0,-26 15-993 0 0,10-9-400 0 0,17-8 1273 0 0,-105 23-6082 0 0,65-16 2569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686 166 100 0 0,'0'0'14301'0'0,"-13"-14"-13935"0"0,-40-41-33 0 0,40 41-46 0 0,4 11-23 0 0,-23-10-24 0 0,24 10-5 0 0,0-1-30 0 0,-26-9-19 0 0,26 9 125 0 0,0 1-190 0 0,-22-11-10 0 0,23 10 369 0 0,1 1-415 0 0,-18-12-3 0 0,18 11 151 0 0,-1 21-208 0 0,-37 96 11 0 0,-53 126 55 0 0,-112 173 21 0 0,190-370-72 0 0,11-26-15 0 0,5-9 0 0 0,-1 1 0 0 0,1 0 0 0 0,1 0 0 0 0,-3 13 0 0 0,-14 53 55 0 0,17-67-54 0 0,1 2-10 0 0,-2 28 0 0 0,2-28 45 0 0,4 1-35 0 0,0 1-1 0 0,10 27 100 0 0,-6-35-78 0 0,19 11-14 0 0,-20-10 22 0 0,11-11-1706 0 0,53-20 945 0 0,-53 21-171 0 0,-10 1-167 0 0,21-15-290 0 0,-21 16-1024 0 0,2 0-1528 0 0,34-13 298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2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37 76 0 0,'0'0'4938'0'0,"-9"-6"-3877"0"0,-27-18-96 0 0,27 17 5095 0 0,37 10-5827 0 0,82 5-7 0 0,-83-6-17 0 0,-15 1-27 0 0,2-1-127 0 0,-6-1-7 0 0,0 0 0 0 0,0 0 0 0 0,0 1 0 0 0,13 6 0 0 0,-4-3 25 0 0,7 2 49 0 0,-2 1 1 0 0,1 0 0 0 0,21 13 0 0 0,-5 2-15 0 0,-30-19-88 0 0,-5-3-9 0 0,0 1 1 0 0,0 0 0 0 0,-1 0-1 0 0,1 0 1 0 0,-1 0 0 0 0,1 0-1 0 0,4 6 1 0 0,18 12 36 0 0,-19-15-8 0 0,0 1 11 0 0,48 50 43 0 0,-51-52-80 0 0,0 2-2 0 0,14 19 0 0 0,-14-19-4 0 0,0 2-2 0 0,2-1-2 0 0,-4-4-2 0 0,0 0 0 0 0,0 0 0 0 0,0 0 1 0 0,-1 0-1 0 0,1 1 0 0 0,-1-1 0 0 0,0 0 0 0 0,0 1 0 0 0,1 4 0 0 0,6 18 13 0 0,-6-19-13 0 0,-2 3 24 0 0,4 51 23 0 0,-3-47-43 0 0,0-7-1 0 0,0 0 0 0 0,0 0 0 0 0,-1 0 0 0 0,0 0 0 0 0,-3 13 0 0 0,0 13 6 0 0,2-25 9 0 0,-1 4 18 0 0,1 2-26 0 0,-9 38 61 0 0,3-26 11 0 0,5-19 49 0 0,-1 1 51 0 0,-1-3-94 0 0,3-3-24 0 0,0 0 0 0 0,-1 1 0 0 0,1-1 0 0 0,0 0-1 0 0,0 0 1 0 0,0 0 0 0 0,0 1 0 0 0,1-1-1 0 0,-1 0 1 0 0,1 1 0 0 0,-1 4 0 0 0,-4-3 346 0 0,2 2-216 0 0,2-5-92 0 0,0 1 1 0 0,0 0-1 0 0,0-1 1 0 0,-1 1-1 0 0,1-1 1 0 0,0 1-1 0 0,-1-1 0 0 0,1 1 1 0 0,-1-1-1 0 0,0 0 1 0 0,1 0-1 0 0,-1 0 1 0 0,0 0-1 0 0,0 0 1 0 0,1 0-1 0 0,-5 0 0 0 0,-28 15 366 0 0,25-12-40 0 0,1-3-44 0 0,-27 1-41 0 0,27-2-67 0 0,-4 0-128 0 0,-60-2-394 0 0,58 2 109 0 0,-52 3-927 0 0,-81 10-1512 0 0,129-12 1749 0 0,1-1-793 0 0,-14 4-4486 0 0,-51 5 1165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3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41 106 1140 0 0,'0'0'2700'0'0,"-7"-7"-1436"0"0,-1-1-788 0 0,-4-5 8 0 0,-2-1 4578 0 0,31 7-4501 0 0,47-22-69 0 0,-62 28-449 0 0,1 0 1 0 0,-1 0-1 0 0,1 0 0 0 0,-1 0 0 0 0,1 0 1 0 0,-1 1-1 0 0,1-1 0 0 0,0 1 1 0 0,4-1-1 0 0,195-12 1584 0 0,-128 12-1169 0 0,-2 0-77 0 0,2-1 36 0 0,-28 0-293 0 0,-34 1 388 0 0,-3 2-355 0 0,26 0 1 0 0,-26-1 686 0 0,-9 3-831 0 0,0-1 1 0 0,0 0-1 0 0,1 1 0 0 0,-1-1 0 0 0,0 1 1 0 0,1-1-1 0 0,-1 0 0 0 0,1 1 0 0 0,0-1 1 0 0,1 3-1 0 0,-1-3 0 0 0,0 0 0 0 0,0 0 0 0 0,0 0 1 0 0,-1 1-1 0 0,1-1 0 0 0,-1 0 0 0 0,1 1 0 0 0,-1-1 1 0 0,0 1-1 0 0,0 2 0 0 0,0 4 18 0 0,-1 1-1 0 0,1-1 1 0 0,-2 0-1 0 0,-2 15 1 0 0,0-6-1 0 0,-23 126 172 0 0,17-100-114 0 0,-7 83-1 0 0,10-58 14 0 0,3-46-62 0 0,0 39 0 0 0,4-58-41 0 0,-2 56 63 0 0,7 76 1 0 0,2-84-8 0 0,-1-3 33 0 0,-5-39 47 0 0,1 5-121 0 0,-1 1 5216 0 0,-11-12-4843 0 0,-29 12-45 0 0,29-12-70 0 0,-3-4-142 0 0,-2-1-133 0 0,-45 1-396 0 0,49 0 212 0 0,-35 4-1218 0 0,-10 6-1775 0 0,16-5-512 0 0,30-4-2442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60 0 0,'0'0'15514'0'0,"0"22"-15374"0"0,2 5-95 0 0,-1-6 29 0 0,-1 0-1 0 0,-4 33 1 0 0,-3 21 145 0 0,-27 111 193 0 0,-7-10-99 0 0,39-169-288 0 0,1-4-19 0 0,1 0-1 0 0,-1 0 1 0 0,0 0 0 0 0,0 0 0 0 0,0 0-1 0 0,0 0 1 0 0,-1 0 0 0 0,1 0 0 0 0,-4 5-1 0 0,0 0 5 0 0,1 0 14 0 0,0-1 8 0 0,-11 19-5 0 0,11-19 8 0 0,0-1 8 0 0,-12 16-27 0 0,12-17-1 0 0,-1 1-19 0 0,-14 20 3 0 0,14-20-6 0 0,4-4 7 0 0,1 1-1 0 0,-1-1 1 0 0,0 1-1 0 0,0-1 0 0 0,-1 0 1 0 0,1 0-1 0 0,0 0 1 0 0,-1 0-1 0 0,1 0 1 0 0,-4 3-1 0 0,0 1 0 0 0,1 0 2 0 0,0 2-14 0 0,-13 21-27 0 0,13-22-19 0 0,20-5-539 0 0,49 4 582 0 0,-49-4-8 0 0,-6-2-46 0 0,1-1 51 0 0,38 3-176 0 0,-7 3 150 0 0,-31-4-19 0 0,-3 0 3 0 0,28 3 17 0 0,-27-3-11 0 0,3-1-74 0 0,37 2 70 0 0,-37-1 6 0 0,-2-3-36 0 0,2 0 78 0 0,27-2-42 0 0,-32 1 17 0 0,21-10 0 0 0,-21 10 12 0 0,1-3 2 0 0,20-17 4 0 0,-27 22 18 0 0,1 0 0 0 0,0-1-1 0 0,-1 1 1 0 0,1 0-1 0 0,0-1 1 0 0,-1 1 0 0 0,0-1-1 0 0,1 0 1 0 0,-1 1-1 0 0,0-1 1 0 0,0 0 0 0 0,0 0-1 0 0,0 0 1 0 0,0 0-1 0 0,0 0 1 0 0,0-3 0 0 0,1-1 2 0 0,37-73 88 0 0,-13 21 144 0 0,-10 21 5244 0 0,-12 57-5410 0 0,2 3-60 0 0,-1-7-23 0 0,-2 0 1 0 0,0 0-1 0 0,1 23 1 0 0,1 17-372 0 0,-2 9-535 0 0,2-1-800 0 0,-4-49 1328 0 0,-1 41-2098 0 0,-3-25-374 0 0,3-23-1828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7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70 218 20054 0 0,'-3'-15'163'0'0,"-8"-45"-89"0"0,10 57-69 0 0,1-1 1 0 0,0 1-1 0 0,-1 0 1 0 0,0-1-1 0 0,0 1 1 0 0,0-1-1 0 0,0 1 1 0 0,0 0-1 0 0,-1 0 1 0 0,-3-5-1 0 0,1 0 2 0 0,1 2-4 0 0,-1-3 19 0 0,-9-24-7 0 0,10 24 30 0 0,1 3-16 0 0,-8-18-54 0 0,8 18-156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228 102 1284 0 0,'0'0'4047'0'0,"-6"-13"-2785"0"0,-16-38-98 0 0,16 38 867 0 0,0 9-1151 0 0,-1 0-567 0 0,-16-12 2509 0 0,13 16-2378 0 0,-32 1-28 0 0,31-1 548 0 0,1 8-713 0 0,-30 25-27 0 0,39-32-214 0 0,1-1 0 0 0,-1 1 1 0 0,0-1-1 0 0,0 1 0 0 0,0 0 0 0 0,1-1 0 0 0,-1 1 0 0 0,0 0 0 0 0,1-1 1 0 0,-1 1-1 0 0,0 0 0 0 0,1 0 0 0 0,-1 0 0 0 0,1 0 0 0 0,0 0 0 0 0,-1 0 1 0 0,1-1-1 0 0,-1 3 0 0 0,-12 43 331 0 0,10-34-294 0 0,-6 40 162 0 0,6-38-172 0 0,2-8-18 0 0,-1 0 0 0 0,1 0 1 0 0,1 1-1 0 0,-1-1 1 0 0,1 0-1 0 0,0 0 1 0 0,1 1-1 0 0,1 5 1 0 0,-2 3 12 0 0,7 46 130 0 0,31 123 196 0 0,-27-131-270 0 0,-8-41-73 0 0,5 35 70 0 0,-6-38-62 0 0,0 32 171 0 0,-5 21 146 0 0,-3-3-1305 0 0,5-50 553 0 0,0 7 171 0 0,-2-1-9251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89 560 0 0,'0'0'3938'0'0,"-4"-15"-2053"0"0,0-3-1018 0 0,1 4-2094 0 0,0 1 3239 0 0,0 1 3117 0 0,-1-5 4390 0 0,17 39-9033 0 0,46 71-51 0 0,-46-72-257 0 0,-1 0 1 0 0,-1 1-1 0 0,-1 0 0 0 0,14 47 0 0 0,-17-46-85 0 0,14 49-1 0 0,-4 0-1 0 0,10 86 1 0 0,-3 142-1432 0 0,-17-240 121 0 0,14 62 0 0 0,-16-98 879 0 0,-3-14-186 0 0,-2 30-434 0 0,0-32 562 0 0,-13-28-394 0 0,-40-61 992 0 0,37 52-3 0 0,11 20-137 0 0,4 5-35 0 0,-1 1-1 0 0,0 0 0 0 0,1-1 1 0 0,0 1-1 0 0,0-1 1 0 0,0 0-1 0 0,0 1 1 0 0,1-1-1 0 0,-1 0 1 0 0,1-7-1 0 0,-4-42 247 0 0,10 37-171 0 0,0 1-75 0 0,-3 3-9 0 0,1 1-1 0 0,1 0 0 0 0,0 1 1 0 0,0-1-1 0 0,1 1 0 0 0,1 0 0 0 0,7-9 1 0 0,10-6-134 0 0,1 2 0 0 0,0 1 0 0 0,2 0 1 0 0,0 2-1 0 0,2 2 0 0 0,0 0 0 0 0,52-22 1 0 0,66-16-3095 0 0,-86 37-1132 0 0,-38 12 1168 0 0,-16 5-1124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1 283 16113 0 0,'0'0'1114'0'0,"10"-21"-972"0"0,-4 7-102 0 0,-2 5-10 0 0,0 0 1 0 0,0 1-1 0 0,1-1 0 0 0,0 1 0 0 0,0 0 0 0 0,0 0 1 0 0,1 1-1 0 0,1 0 0 0 0,-1 0 0 0 0,1 0 0 0 0,0 1 1 0 0,1 0-1 0 0,0 0 0 0 0,0 1 0 0 0,14-8 0 0 0,34-9 182 0 0,0 2 0 0 0,1 3-1 0 0,1 3 1 0 0,71-9 0 0 0,231-5-664 0 0,-337 28-58 0 0,-1 0 1 0 0,28 4-1 0 0,-7 1-908 0 0,-2-1-4636 0 0,-30-3 4438 0 0,-2 1-2818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17750 0 0,'0'0'5567'0'0,"-2"15"-5403"0"0,-81 357 577 0 0,-2-67-2404 0 0,37-176-3038 0 0,29-84 824 0 0,16-35-1415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3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4 154 15325 0 0,'0'0'5132'0'0,"-1"22"-7821"0"0,-1 90 1238 0 0,10-108 761 0 0,23 9 68 0 0,-15-9 54 0 0,17-2 58 0 0,-24-1 52 0 0,6-6 84 0 0,6-1 264 0 0,-6 2 43 0 0,1-1 1 0 0,-1 0-1 0 0,0-1 0 0 0,0-1 1 0 0,17-11-1 0 0,-3 1 306 0 0,-1-1 1 0 0,-1-1-1 0 0,-1-1 0 0 0,24-25 0 0 0,-11 6 918 0 0,4-14 1382 0 0,-40 49 359 0 0,1-3-1986 0 0,15-26 6164 0 0,-23 61-7582 0 0,-12 88-6 0 0,11-76-197 0 0,3 24-1329 0 0,0-51 1604 0 0,0-7 65 0 0,1 0 0 0 0,1 1 0 0 0,-1-1 0 0 0,1 0 1 0 0,0 1-1 0 0,1 7 0 0 0,1 21-1765 0 0,-1-26-1520 0 0,-1 1-2322 0 0,0 37 454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299 117 844 0 0,'-3'-12'1699'0'0,"-1"-3"-1109"0"0,-2-7 32 0 0,-2-9 3630 0 0,0-5 4625 0 0,5 65-9922 0 0,1 12 1054 0 0,-13 134 84 0 0,-14 168 430 0 0,14-150-183 0 0,10-18-48 0 0,5-116-134 0 0,-2 0 0 0 0,-3 0-1 0 0,-19 96 1 0 0,22-149-143 0 0,-5 21 104 0 0,-17 41 0 0 0,-7 7 211 0 0,28-69 330 0 0,-1 0-243 0 0,-13 18 79 0 0,12-19 1822 0 0,-5-22-1976 0 0,-31-60-40 0 0,37 69-256 0 0,1-1 0 0 0,0 0 0 0 0,0 0 0 0 0,1 0 0 0 0,0 0 0 0 0,1 0 0 0 0,-1-1 0 0 0,2-16 0 0 0,-2-3 40 0 0,-1-17 8 0 0,2 0 0 0 0,2 0 0 0 0,13-80 0 0 0,39-131-201 0 0,-40 204 43 0 0,-12 46 53 0 0,18-71-217 0 0,28-78 1 0 0,-38 133 136 0 0,0 1 1 0 0,2 0-1 0 0,0 0 0 0 0,2 1 0 0 0,0 1 0 0 0,1 0 0 0 0,31-33 0 0 0,-30 40-55 0 0,1 1-1 0 0,32-19 1 0 0,-27 22-7 0 0,25-5-19 0 0,-25 11-11 0 0,17 5-21 0 0,-19 3-31 0 0,18 11-48 0 0,-35-16 260 0 0,-1 1-1 0 0,0-1 1 0 0,1 1 0 0 0,-1 0 0 0 0,0 0-1 0 0,1-1 1 0 0,-1 1 0 0 0,0 0 0 0 0,0 0 0 0 0,0 0-1 0 0,0 0 1 0 0,1 2 0 0 0,5 4-58 0 0,-1-1 5 0 0,0 0 1 0 0,0 0-1 0 0,-1 1 1 0 0,0-1-1 0 0,0 1 1 0 0,0 0-1 0 0,-1 1 1 0 0,0-1-1 0 0,-1 1 1 0 0,1 0-1 0 0,-2 0 1 0 0,1 0-1 0 0,-1 0 1 0 0,2 17-1 0 0,1 29-174 0 0,-5-29 26 0 0,-1-11 155 0 0,1-8 26 0 0,0 0 1 0 0,-1 0-1 0 0,0 0 1 0 0,0-1-1 0 0,0 1 1 0 0,-1 0-1 0 0,-3 9 0 0 0,3-5-13 0 0,1-6 34 0 0,0 0-1 0 0,0 0 0 0 0,0-1 0 0 0,-1 1 1 0 0,1 0-1 0 0,-1 0 0 0 0,0-1 0 0 0,0 1 1 0 0,-3 3-1 0 0,4-5 17 0 0,-11 18-55 0 0,0 0 0 0 0,-2-1 0 0 0,-1 0 0 0 0,-17 17 0 0 0,25-28 43 0 0,4-4 11 0 0,0-1-1 0 0,0 1 0 0 0,0-1 1 0 0,-1 0-1 0 0,1 0 0 0 0,-1-1 1 0 0,-7 5-1 0 0,-34 22-152 0 0,31-21 14 0 0,-53 28-985 0 0,58-32 247 0 0,0-1 1 0 0,0 0-1 0 0,-1 0 0 0 0,-10 0 1 0 0,-17 2-3569 0 0,28-4 340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89 23842 0 0,'6'-8'588'0'0,"17"-26"-294"0"0,-17 25-114 0 0,-2 3-144 0 0,8-19 23 0 0,-9 19 1618 0 0,0 31-1550 0 0,-2-7-101 0 0,4 35 77 0 0,-3 59-1 0 0,-3-101-70 0 0,1-1-1 0 0,-1 1 0 0 0,-1 0 0 0 0,-4 16 0 0 0,0-4-6 0 0,-21 88 3 0 0,-3 10-1492 0 0,-25 139-5721 0 0,48-232 2285 0 0,3-8 2501 0 0,2-8 476 0 0,0-1-3345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1 694 680 0 0,'0'0'17628'0'0,"21"2"-17596"0"0,71 5-16 0 0,-87-7-14 0 0,0 0 0 0 0,0 0 0 0 0,0-1 0 0 0,0 0 0 0 0,0 0-1 0 0,-1 0 1 0 0,1 0 0 0 0,0-1 0 0 0,0 0 0 0 0,-1 0 0 0 0,1 0-1 0 0,-1-1 1 0 0,0 1 0 0 0,8-7 0 0 0,6-3 0 0 0,287-197 24 0 0,-239 159-23 0 0,61-48 34 0 0,-47 29 17 0 0,-61 48 186 0 0,-1-1-1 0 0,-1-1 0 0 0,23-39 0 0 0,-37 55 184 0 0,3-38 653 0 0,-5 35 1385 0 0,-8 2-2082 0 0,-22-24-29 0 0,21 24 866 0 0,-11 20-1042 0 0,-57 35-22 0 0,74-46-138 0 0,-1 0 0 0 0,1 0 0 0 0,0 0 1 0 0,0 1-1 0 0,-1-1 0 0 0,1 1 1 0 0,1 0-1 0 0,-1 0 0 0 0,-3 3 0 0 0,-18 30 209 0 0,-30 62 0 0 0,18-4-5 0 0,28-76-236 0 0,-6 14-354 0 0,1 0 0 0 0,1 1 1 0 0,2 0-1 0 0,-7 44 1 0 0,10-21-1685 0 0,2 7-1150 0 0,4-27-382 0 0,0-26-2382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61 20206 0 0,'-12'-5'931'0'0,"-52"-22"-307"0"0,60 23-568 0 0,-16-12-22 0 0,15 12 8 0 0,26 3-8104 0 0,65-2 2826 0 0,-65 2 401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17 210 464 0 0,'0'0'3568'0'0,"-2"-12"-1957"0"0,-3 0-983 0 0,-2-10-121 0 0,5-1 4969 0 0,6 11-4481 0 0,14-38-111 0 0,-18 48-837 0 0,0 1 0 0 0,0 0 0 0 0,1 0 0 0 0,-1 0 0 0 0,0 0 0 0 0,1 0 0 0 0,-1 0 0 0 0,1 0 0 0 0,-1 0 0 0 0,1 0 0 0 0,0 0 0 0 0,-1 0 0 0 0,1 0 0 0 0,0 1 0 0 0,0-1 0 0 0,1-1 0 0 0,4-4 190 0 0,-5 4-151 0 0,1 0 0 0 0,0 0 0 0 0,0 0-1 0 0,0 0 1 0 0,0 0 0 0 0,1 0 0 0 0,-1 1 0 0 0,0 0 0 0 0,1-1-1 0 0,-1 1 1 0 0,1 0 0 0 0,4-2 0 0 0,2-2 103 0 0,-5 3-92 0 0,0 0 1 0 0,-1 0-1 0 0,1 1 0 0 0,0-1 0 0 0,0 1 0 0 0,0 0 1 0 0,0 0-1 0 0,8-1 0 0 0,-1-2 56 0 0,-7 3-76 0 0,1-1 1 0 0,-1 1 0 0 0,1 0-1 0 0,0 0 1 0 0,-1 1-1 0 0,1-1 1 0 0,0 1 0 0 0,8 1-1 0 0,1-2 45 0 0,-6 0-38 0 0,0 0 0 0 0,1 1-1 0 0,-1 0 1 0 0,0 1 0 0 0,10 2 0 0 0,-5-3-11 0 0,-8-1-42 0 0,0 2 0 0 0,0-1 1 0 0,0 0-1 0 0,-1 1 0 0 0,1 0 1 0 0,0 0-1 0 0,0 0 0 0 0,8 4 1 0 0,-4-3 6 0 0,-6-2-29 0 0,0 1 1 0 0,0-1 0 0 0,0 1-1 0 0,0 0 1 0 0,0 0 0 0 0,0 0 0 0 0,-1 0-1 0 0,1 1 1 0 0,0-1 0 0 0,-1 1-1 0 0,1-1 1 0 0,3 5 0 0 0,22 14 49 0 0,-17-8-6 0 0,-5-5-39 0 0,-4-5-9 0 0,-1 0-1 0 0,1 0 1 0 0,0 1 0 0 0,-1-1 0 0 0,1 1 0 0 0,-1-1 0 0 0,0 1-1 0 0,0 0 1 0 0,0 0 0 0 0,0-1 0 0 0,-1 1 0 0 0,2 4-1 0 0,6 28 6 0 0,-7-13 36 0 0,-4 33 8 0 0,-1-27-4 0 0,2-21-44 0 0,-11 39 29 0 0,-25 57-1 0 0,14-46 42 0 0,0 9 131 0 0,22-59-65 0 0,2 2-71 0 0,0 30 1 0 0,0-29-12 0 0,4-2-30 0 0,12 24-132 0 0,-12-24-134 0 0,4-3-158 0 0,2 2 268 0 0,41 26-1897 0 0,-45-30 1378 0 0,1 0-1 0 0,-1 0 0 0 0,0-1 1 0 0,1 0-1 0 0,0 0 0 0 0,-1 0 0 0 0,1-1 1 0 0,10 1-1 0 0,29-2-3796 0 0,-35 1 339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20002 0 0,'0'0'6212'0'0,"-7"22"-6116"0"0,-29 100-172 0 0,31-108-54 0 0,1-6-24 0 0,1 0 0 0 0,0 0 1 0 0,1 0-1 0 0,0 1 0 0 0,0-1 0 0 0,1 1 1 0 0,0-1-1 0 0,1 10 0 0 0,1 43-1916 0 0,-2-50 1627 0 0,1-6 89 0 0,0 0 1 0 0,0 0-1 0 0,1 0 1 0 0,-1 0-1 0 0,1 0 1 0 0,0 0-1 0 0,3 8 0 0 0,-1-4-641 0 0,2 5-436 0 0,-2 2-5711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2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70 142 16065 0 0,'8'-9'807'0'0,"26"-26"-482"0"0,-18 21-179 0 0,3 3-88 0 0,-6 3-19 0 0,1 0 0 0 0,0 0 1 0 0,0 1-1 0 0,1 1 0 0 0,0 1 0 0 0,16-5 0 0 0,-17 6 5 0 0,40-7 189 0 0,-21 7-105 0 0,-25 3-6 0 0,5 1-1 0 0,36 1-1 0 0,-37-1-27 0 0,-2 4-13 0 0,33 13-10 0 0,-41-17-65 0 0,-1 1 0 0 0,0-1-1 0 0,0 0 1 0 0,0 1-1 0 0,0-1 1 0 0,0 1 0 0 0,0-1-1 0 0,0 1 1 0 0,0 0 0 0 0,0 0-1 0 0,0-1 1 0 0,0 1-1 0 0,0 0 1 0 0,0 1 0 0 0,6 4 15 0 0,-4-5-12 0 0,-1 1-1 0 0,0 0 1 0 0,0 1-1 0 0,0-1 1 0 0,0 0-1 0 0,0 0 1 0 0,0 1-1 0 0,-1-1 1 0 0,1 1-1 0 0,-1 0 1 0 0,2 4-1 0 0,3 0 10 0 0,-5-5-11 0 0,1 0 0 0 0,0 0 0 0 0,-1 1 1 0 0,1-1-1 0 0,-1 1 0 0 0,0 0 0 0 0,0-1 0 0 0,0 1 1 0 0,0 0-1 0 0,-1-1 0 0 0,1 1 0 0 0,0 0 1 0 0,-1 3-1 0 0,3 3 3 0 0,-2-6-6 0 0,0 1 1 0 0,0-1-1 0 0,0 1 0 0 0,0-1 0 0 0,-1 1 0 0 0,1-1 1 0 0,-1 1-1 0 0,0-1 0 0 0,0 1 0 0 0,-2 5 0 0 0,3 1 2 0 0,0-6-5 0 0,-1-1 1 0 0,0 0 0 0 0,0 1-1 0 0,0-1 1 0 0,0 1-1 0 0,0-1 1 0 0,-1 1-1 0 0,0-1 1 0 0,0 0 0 0 0,0 1-1 0 0,0-1 1 0 0,-2 4-1 0 0,1 5-3 0 0,1-7 0 0 0,0-1 0 0 0,0 1 0 0 0,-1 0 0 0 0,1-1-1 0 0,-1 1 1 0 0,0-1 0 0 0,-1 1 0 0 0,1-1 0 0 0,-4 4 0 0 0,1 3-2 0 0,4-6 2 0 0,-2 0 1 0 0,1-1 0 0 0,0 0 0 0 0,-1 1 0 0 0,0-1 0 0 0,0 0 0 0 0,-7 7 0 0 0,5-4-5 0 0,4-4 3 0 0,-1-1 0 0 0,0 1-1 0 0,1-1 1 0 0,-1 0 0 0 0,0 0 0 0 0,0 1 0 0 0,0-1 0 0 0,-1-1 0 0 0,1 1-1 0 0,-1 0 1 0 0,1 0 0 0 0,-3 1 0 0 0,-3 3-3 0 0,6-4 7 0 0,-1 1 0 0 0,0-1 1 0 0,0 0-1 0 0,0 0 0 0 0,0 0 1 0 0,0-1-1 0 0,0 1 0 0 0,0-1 0 0 0,-1 1 1 0 0,-4 0-1 0 0,-21 9 62 0 0,-1-2 0 0 0,0 0-1 0 0,0-2 1 0 0,-1-2 0 0 0,0 0-1 0 0,-51-1 1 0 0,73-4 738 0 0,-2 0-679 0 0,-31-1-20 0 0,31 1 343 0 0,46 3-394 0 0,110 11-4 0 0,-134-13-33 0 0,0 1 0 0 0,0-1 0 0 0,0 2 0 0 0,0-1 0 0 0,0 2 0 0 0,-1-1 0 0 0,1 1 0 0 0,14 9 0 0 0,-8-4-10 0 0,0-2 15 0 0,-8-3-6 0 0,-1 1 0 0 0,1-1 1 0 0,-1 1-1 0 0,0 1 1 0 0,-1-1-1 0 0,12 11 0 0 0,85 83 154 0 0,-99-93-113 0 0,-2 0 6 0 0,-2-1-38 0 0,0-3-5 0 0,-1 0 0 0 0,0 0-1 0 0,1 0 1 0 0,0 0-1 0 0,-1-1 1 0 0,1 1 0 0 0,0 0-1 0 0,0 0 1 0 0,0-1 0 0 0,0 1-1 0 0,2 2 1 0 0,-10 3-8 0 0,-1 0-1 0 0,0-1 1 0 0,0 0 0 0 0,0 0-1 0 0,-1-1 1 0 0,0 0-1 0 0,0-1 1 0 0,0 0 0 0 0,-1 0-1 0 0,-17 4 1 0 0,-43 3-1413 0 0,-1-4 0 0 0,-136-2-1 0 0,164-7-3037 0 0,11 0 2160 0 0,6 0 384 0 0,-27-2-3082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53 140 0 0,'0'0'2848'0'0,"-7"-9"-1486"0"0,-21-25-86 0 0,21 25 4231 0 0,-8 20-4898 0 0,0 0-447 0 0,7-6-85 0 0,-1 1-1 0 0,2 0 1 0 0,-1 0-1 0 0,1 1 0 0 0,0 0 1 0 0,0 0-1 0 0,1 0 0 0 0,-1 1 1 0 0,2 0-1 0 0,-6 10 0 0 0,-60 117 1150 0 0,-73 196 0 0 0,81-136-704 0 0,29-63-181 0 0,27-98-205 0 0,1 1-1 0 0,1 0 0 0 0,1 52 0 0 0,4-79-100 0 0,0-1 0 0 0,1 1 0 0 0,-1 0 0 0 0,2 0-1 0 0,-1 0 1 0 0,6 13 0 0 0,-1 0 14 0 0,-2-8 13 0 0,0 1-1 0 0,1 0 1 0 0,1-1 0 0 0,0 0-1 0 0,0 0 1 0 0,13 17 0 0 0,-9-17 14 0 0,1 0-1 0 0,0 0 1 0 0,1-1 0 0 0,0-1 0 0 0,1 0-1 0 0,0 0 1 0 0,1-2 0 0 0,17 11 0 0 0,2-4 122 0 0,1-1 0 0 0,0-1 1 0 0,1-2-1 0 0,1-2 0 0 0,65 11 0 0 0,230 17 1214 0 0,-114-30-551 0 0,-87-6-153 0 0,-80-5-397 0 0,-39 1-252 0 0,-2 0 446 0 0,0 1-304 0 0,25-6 13 0 0,-25 5 178 0 0,11-31-700 0 0,-16 26-186 0 0,-2-3-1340 0 0,4-17 649 0 0,6-30-8957 0 0,-11 50 4578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27 24678 0 0,'0'0'350'0'0,"11"-4"-1095"0"0,34-14 689 0 0,-34 13 3 0 0,1 16-5 0 0,62 63-75 0 0,-69-70 122 0 0,-1 1 0 0 0,0 0 0 0 0,-1 0 0 0 0,1 1 0 0 0,-1-1 0 0 0,5 11 0 0 0,1 1-1 0 0,-2-4-11 0 0,-1 0 0 0 0,0 1 1 0 0,8 26-1 0 0,-14-39 24 0 0,2 16-37 0 0,-1-8 23 0 0,0-6 4 0 0,-1 0 0 0 0,0 0 1 0 0,0-1-1 0 0,0 1 0 0 0,0 0 1 0 0,0 0-1 0 0,-1 0 0 0 0,1 0 1 0 0,-1 0-1 0 0,0 0 1 0 0,0 0-1 0 0,0-1 0 0 0,-2 5 0 0 0,-1 5-70 0 0,1-4-5 0 0,0 1 0 0 0,0-1 0 0 0,-1 0 0 0 0,0 0 0 0 0,-1 0 0 0 0,0 0 0 0 0,0-1 0 0 0,-9 10 0 0 0,-30 32-1711 0 0,-92 76-1 0 0,97-92-242 0 0,22-18-2408 0 0,-37 24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10 293 1044 0 0,'-1'-2'563'0'0,"0"0"-1"0"0,0 0 1 0 0,0 0-1 0 0,0 0 1 0 0,0 0-1 0 0,0 0 1 0 0,1 0-1 0 0,-1 0 1 0 0,1 0-1 0 0,-1-5 1 0 0,4 0-283 0 0,1 1 0 0 0,0 0 1 0 0,0 0-1 0 0,1 1 0 0 0,-1-1 0 0 0,1 1 0 0 0,0 0 0 0 0,1 0 1 0 0,-1 1-1 0 0,1-1 0 0 0,10-5 0 0 0,11-5 382 0 0,40-16 0 0 0,-46 22-416 0 0,43-17 390 0 0,1 3 0 0 0,1 3 0 0 0,94-16 0 0 0,-58 20 11 0 0,162-4 0 0 0,-232 20-691 0 0,57 7 0 0 0,-31 5-2009 0 0,-49-8 261 0 0,0-1 1 0 0,0 1-1 0 0,14 8 1 0 0,-13-4-1976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7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28 13613 0 0,'2'-25'1814'0'0,"-3"23"-1096"0"0,-3 5-632 0 0,-6 7-56 0 0,0 0-1 0 0,1 1 0 0 0,1 0 0 0 0,-1 0 0 0 0,2 1 0 0 0,0 0 0 0 0,0 0 1 0 0,-5 16-1 0 0,-4 2 9 0 0,-79 135 136 0 0,51-93-236 0 0,-55 121 1 0 0,88-164-263 0 0,0 0 1 0 0,-9 46-1 0 0,17-59-460 0 0,0 0-1 0 0,1-1 1 0 0,1 1 0 0 0,1 0-1 0 0,1 0 1 0 0,4 29 0 0 0,1-23-3046 0 0,2-7 290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40 102 104 0 0,'4'-21'12396'0'0,"-8"27"-7307"0"0,-3 6-6739 0 0,2-4 1766 0 0,0 0 0 0 0,1 1 0 0 0,1 0 0 0 0,-1-1 0 0 0,2 1 0 0 0,-4 13 0 0 0,5-17-260 0 0,0 1 0 0 0,1-1 0 0 0,-1 1 0 0 0,1-1 0 0 0,0 1 0 0 0,0 0 0 0 0,1-1 0 0 0,0 1 0 0 0,0-1 0 0 0,0 1 0 0 0,2 6 0 0 0,-1-9 40 0 0,0 0 0 0 0,0 0-1 0 0,0-1 1 0 0,1 1 0 0 0,-1 0 0 0 0,1-1-1 0 0,-1 1 1 0 0,1-1 0 0 0,0 0-1 0 0,0 0 1 0 0,0 0 0 0 0,0 0 0 0 0,0-1-1 0 0,0 1 1 0 0,1-1 0 0 0,-1 0-1 0 0,0 0 1 0 0,1 0 0 0 0,-1 0-1 0 0,1 0 1 0 0,-1-1 0 0 0,1 0 0 0 0,6 0-1 0 0,2 0-50 0 0,0 0-1 0 0,0-1 1 0 0,-1 0-1 0 0,1-1 1 0 0,0-1-1 0 0,13-4 1 0 0,12-5 160 0 0,-1-2-1 0 0,-1-1 1 0 0,65-38 0 0 0,4-27 1181 0 0,-69 51-83 0 0,-31 25-505 0 0,0 0 0 0 0,0 0 0 0 0,-1-1-1 0 0,0 1 1 0 0,0-1 0 0 0,0 0 0 0 0,0 0 0 0 0,0 0 0 0 0,-1 0 0 0 0,4-13 1676 0 0,-6 13 2205 0 0,-50 171-5624 0 0,50-161 726 0 0,-1 0 0 0 0,1 0 0 0 0,-1 0 0 0 0,1 0 0 0 0,1-1 0 0 0,-1 1 0 0 0,1 0 1 0 0,1 5-1 0 0,0 3-1216 0 0,-2-13 1571 0 0,1 1-1 0 0,-1-1 1 0 0,1 1-1 0 0,-1-1 0 0 0,1 1 1 0 0,-1-1-1 0 0,1 0 1 0 0,-1 1-1 0 0,1-1 0 0 0,-1 0 1 0 0,1 1-1 0 0,-1-1 1 0 0,1 0-1 0 0,0 0 0 0 0,-1 1 1 0 0,1-1-1 0 0,0 0 1 0 0,-1 0-1 0 0,1 0 0 0 0,-1 0 1 0 0,1 0-1 0 0,0 0 1 0 0,-1 0-1 0 0,1 0 0 0 0,0 0 1 0 0,-1 0-1 0 0,1 0 0 0 0,0-1 1 0 0,-1 1-1 0 0,1 0 1 0 0,-1 0-1 0 0,1-1 0 0 0,-1 1 1 0 0,1 0-1 0 0,0-1 1 0 0,23-9-725 0 0,-10 1 677 0 0,-1-1 1 0 0,0 0 0 0 0,-1-1-1 0 0,0 0 1 0 0,0-1 0 0 0,-1 0 0 0 0,-1-1-1 0 0,11-17 1 0 0,-47 117 3190 0 0,-2 9-2933 0 0,-113 437 1701 0 0,133-494-1695 0 0,-2 0 1 0 0,-2-1 0 0 0,-1-1-1 0 0,-30 59 1 0 0,36-81-81 0 0,-1-1 139 0 0,7-14-209 0 0,0 0 0 0 0,0 0 0 0 0,1-1-1 0 0,-1 1 1 0 0,0 0 0 0 0,1-1 0 0 0,-1 1 0 0 0,1-1 0 0 0,-1 1-1 0 0,0-1 1 0 0,1 1 0 0 0,-1-1 0 0 0,1 0 0 0 0,-1 1 0 0 0,1-1-1 0 0,-1 1 1 0 0,1-1 0 0 0,0 0 0 0 0,-1 1 0 0 0,1-1 0 0 0,0 0-1 0 0,0 0 1 0 0,-1-1 0 0 0,-1-3-7 0 0,0-1 0 0 0,1 0 1 0 0,0 0-1 0 0,0 0 0 0 0,0 0 0 0 0,0 0 1 0 0,1 0-1 0 0,0 0 0 0 0,1-1 0 0 0,1-9 1 0 0,-1 5-8 0 0,5-40-107 0 0,3 0-1 0 0,1 1 1 0 0,22-61-1 0 0,66-137-697 0 0,-78 202 550 0 0,1 2 0 0 0,3 0-1 0 0,46-65 1 0 0,-57 94 165 0 0,0-1 1 0 0,1 2 0 0 0,0 0-1 0 0,1 0 1 0 0,1 2-1 0 0,0 0 1 0 0,0 1 0 0 0,1 0-1 0 0,1 1 1 0 0,0 1-1 0 0,0 1 1 0 0,28-9 0 0 0,-43 16 71 0 0,1 1-1 0 0,0-1 1 0 0,0 0 0 0 0,-1 1 0 0 0,1 0 0 0 0,0 0 0 0 0,0 0 0 0 0,0 0-1 0 0,-1 0 1 0 0,8 3 0 0 0,-10-3 17 0 0,1 0-1 0 0,-1 1 0 0 0,1-1 0 0 0,-1 1 1 0 0,0 0-1 0 0,1-1 0 0 0,-1 1 0 0 0,0 0 1 0 0,1 0-1 0 0,-1 0 0 0 0,0 0 1 0 0,0 0-1 0 0,0 0 0 0 0,0 0 0 0 0,0 1 1 0 0,0-1-1 0 0,0 0 0 0 0,0 1 1 0 0,0-1-1 0 0,-1 0 0 0 0,1 1 0 0 0,0-1 1 0 0,-1 1-1 0 0,1-1 0 0 0,-1 3 1 0 0,1-2 5 0 0,-1 0 1 0 0,0-1 0 0 0,0 1 0 0 0,-1 0-1 0 0,1-1 1 0 0,0 1 0 0 0,-1 0 0 0 0,1-1-1 0 0,-1 1 1 0 0,1 0 0 0 0,-1-1-1 0 0,0 1 1 0 0,1-1 0 0 0,-2 3 0 0 0,-2 2-10 0 0,-3 12 32 0 0,-1 0 1 0 0,0-1-1 0 0,-1 0 0 0 0,-1 0 0 0 0,-20 25 0 0 0,-18 14-1130 0 0,-1-4-3863 0 0,39-43 662 0 0,0 0 330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71 17454 0 0,'1'-1'93'0'0,"1"-5"108"0"0,1 1-1 0 0,-1 0 1 0 0,0-1-1 0 0,0 1 1 0 0,-1-1-1 0 0,0 0 1 0 0,0 1-1 0 0,0-1 1 0 0,-1 0-1 0 0,0-7 0 0 0,-5 20-174 0 0,-24 38-206 0 0,2 1 1 0 0,2 1-1 0 0,-34 89 1 0 0,55-126-190 0 0,1 0-1 0 0,0 0 1 0 0,1 0 0 0 0,0 0 0 0 0,-2 21-1 0 0,4-28 230 0 0,0-1 1 0 0,0 0-1 0 0,0 0 0 0 0,0 0 0 0 0,0 0 0 0 0,1 0 0 0 0,-1 1 0 0 0,1-1 0 0 0,0 0 0 0 0,-1 0 0 0 0,1 0 0 0 0,0 0 0 0 0,0 0 1 0 0,0-1-1 0 0,1 1 0 0 0,-1 0 0 0 0,0 0 0 0 0,1-1 0 0 0,-1 1 0 0 0,1-1 0 0 0,-1 1 0 0 0,1-1 0 0 0,0 1 0 0 0,-1-1 0 0 0,1 0 0 0 0,0 0 1 0 0,0 0-1 0 0,0 0 0 0 0,0 0 0 0 0,0-1 0 0 0,0 1 0 0 0,0-1 0 0 0,5 2 0 0 0,0-2-125 0 0,0 1 1 0 0,1-1-1 0 0,-1 0 0 0 0,1-1 0 0 0,-1 1 1 0 0,0-1-1 0 0,1-1 0 0 0,7-2 0 0 0,59-24-939 0 0,-18 5 539 0 0,107-39 194 0 0,-163 61 590 0 0,1 1 0 0 0,-1 0 0 0 0,1 0 0 0 0,-1-1 0 0 0,1 1 0 0 0,-1 0 1 0 0,0 0-1 0 0,1 0 0 0 0,-1 0 0 0 0,1-1 0 0 0,-1 1 0 0 0,1 0 0 0 0,-1 0 0 0 0,1 0 0 0 0,-1 0 0 0 0,1 0 0 0 0,-1 0 0 0 0,1 0 0 0 0,-1 0 1 0 0,1 0-1 0 0,-1 1 0 0 0,1-1 0 0 0,-1 0 0 0 0,1 0 0 0 0,-1 0 0 0 0,1 1 0 0 0,-1-1 0 0 0,0 0 0 0 0,1 0 0 0 0,-1 1 0 0 0,1-1 0 0 0,-1 0 0 0 0,0 1 1 0 0,1-1-1 0 0,-1 0 0 0 0,1 1 0 0 0,-1 1 6 0 0,0-1-1 0 0,0 1 1 0 0,0 0 0 0 0,0-1 0 0 0,-1 1 0 0 0,1-1-1 0 0,0 1 1 0 0,-1-1 0 0 0,1 1 0 0 0,-1-1 0 0 0,0 1-1 0 0,0 1 1 0 0,-37 57-26 0 0,27-43 585 0 0,-12 21-395 0 0,3 2 1 0 0,-21 51 0 0 0,-1 29-3738 0 0,30-89-2295 0 0,11-21 2450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 1100 0 0,'-1'-7'13075'0'0,"-9"41"-11766"0"0,-8 49 1 0 0,16-69-1066 0 0,0 0 1 0 0,0 0 0 0 0,2 0 0 0 0,-1 1 0 0 0,4 21 0 0 0,-2-32-246 0 0,0 0-1 0 0,0 1 0 0 0,0-1 1 0 0,0 0-1 0 0,1 0 1 0 0,0 0-1 0 0,0 0 0 0 0,0 0 1 0 0,0 0-1 0 0,1 0 1 0 0,0-1-1 0 0,-1 1 0 0 0,1-1 1 0 0,0 0-1 0 0,1 0 1 0 0,-1 0-1 0 0,1 0 0 0 0,-1 0 1 0 0,1-1-1 0 0,0 1 1 0 0,0-1-1 0 0,4 1 0 0 0,7 3-68 0 0,1-1-1 0 0,-1-1 1 0 0,1 0-1 0 0,0-1 1 0 0,0-1-1 0 0,0 0 1 0 0,0-1 0 0 0,1-1-1 0 0,-1-1 1 0 0,22-3-1 0 0,3-3-7 0 0,1-2-1 0 0,69-25 1 0 0,-94 28 194 0 0,-1-2 1 0 0,0 1 0 0 0,0-2 0 0 0,14-10-1 0 0,-19 11 1044 0 0,-1 0-1 0 0,0 0 0 0 0,11-13 1 0 0,-20 20-465 0 0,0 1-580 0 0,-1 0 0 0 0,1 1-1 0 0,-1-1 1 0 0,0 1 0 0 0,1-1 0 0 0,-1 1-1 0 0,0-1 1 0 0,0 1 0 0 0,1 0-1 0 0,-1-1 1 0 0,0 1 0 0 0,0-1 0 0 0,0 1-1 0 0,0-1 1 0 0,1 1 0 0 0,-1 0 0 0 0,0-1-1 0 0,0 1 1 0 0,0-1 0 0 0,0 1-1 0 0,-1 0 1 0 0,1-1 0 0 0,0 1 0 0 0,0-1-1 0 0,0 1 1 0 0,0-1 0 0 0,-1 1 0 0 0,1 0-1 0 0,0-1 1 0 0,0 1 0 0 0,-1-1 0 0 0,0 1-1 0 0,-13 40 51 0 0,1-2 185 0 0,-51 265-1867 0 0,42-72-4052 0 0,22-228 5389 0 0,-5 53-3737 0 0,3-13-2033 0 0,4-2 158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638 248 20 0 0,'3'-8'637'0'0,"0"0"0"0"0,-1 0 0 0 0,0-1-1 0 0,-1 1 1 0 0,1-1 0 0 0,-1 1 0 0 0,-1 0 0 0 0,0-1 0 0 0,0 0-1 0 0,-1 1 1 0 0,0 0 0 0 0,0-1 0 0 0,-1 1 0 0 0,0-1 0 0 0,0 1-1 0 0,-6-11 1 0 0,-28-60 4732 0 0,35 77-4952 0 0,1 1-363 0 0,0 1-1 0 0,0-1 0 0 0,-1 0 1 0 0,1 1-1 0 0,0-1 0 0 0,0 1 1 0 0,0-1-1 0 0,-1 1 0 0 0,1-1 1 0 0,0 1-1 0 0,0-1 0 0 0,-1 1 1 0 0,1-1-1 0 0,-1 1 0 0 0,1-1 1 0 0,0 1-1 0 0,-1-1 0 0 0,1 1 1 0 0,-1 0-1 0 0,1-1 0 0 0,-1 1 1 0 0,1 0-1 0 0,-1-1 0 0 0,1 1 1 0 0,-1 0-1 0 0,1 0 0 0 0,-1-1 1 0 0,0 1-1 0 0,1 0 0 0 0,-1 0 1 0 0,1 0-1 0 0,-1 0 0 0 0,1 0 1 0 0,-1 0-1 0 0,0 0 1 0 0,1 0-1 0 0,-1 0 0 0 0,1 0 1 0 0,-1 0-1 0 0,0 0 0 0 0,1 0 1 0 0,-1 1-1 0 0,1-1 0 0 0,-1 0 1 0 0,1 0-1 0 0,-1 1 0 0 0,1-1 1 0 0,-1 0-1 0 0,1 1 0 0 0,-1-1 1 0 0,1 0-1 0 0,-1 1 0 0 0,-20 13 363 0 0,12-5-507 0 0,-7 9 172 0 0,-23 33 1 0 0,-31 63-10 0 0,21-29-17 0 0,-37 46-8 0 0,-57 96 30 0 0,112-173-45 0 0,3 1 0 0 0,-27 76 1 0 0,49-117 5 0 0,2 0 1 0 0,-1 0 0 0 0,2 1-1 0 0,0-1 1 0 0,0 1 0 0 0,2-1 0 0 0,0 1-1 0 0,0 0 1 0 0,1-1 0 0 0,1 1 0 0 0,3 15-1 0 0,-3-26-17 0 0,0 0-1 0 0,1 0 0 0 0,0 0 1 0 0,0 0-1 0 0,0 0 0 0 0,0 0 0 0 0,1-1 1 0 0,-1 1-1 0 0,1-1 0 0 0,0 0 1 0 0,0 1-1 0 0,0-1 0 0 0,0 0 1 0 0,1-1-1 0 0,-1 1 0 0 0,1-1 1 0 0,-1 1-1 0 0,1-1 0 0 0,0 0 1 0 0,0-1-1 0 0,0 1 0 0 0,0-1 1 0 0,0 0-1 0 0,1 1 0 0 0,7-1 0 0 0,-3 1-108 0 0,0-1 0 0 0,0-1-1 0 0,-1 1 1 0 0,1-2 0 0 0,0 1-1 0 0,0-1 1 0 0,0 0 0 0 0,0-1-1 0 0,0 0 1 0 0,-1-1 0 0 0,10-3-1 0 0,-6 0-832 0 0,1 0-1 0 0,-1-1 1 0 0,16-12 0 0 0,-21 14-965 0 0,-1-1-1 0 0,0 0 1 0 0,-1 0 0 0 0,7-8 0 0 0,-3 0-2113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80 652 0 0,'0'0'1180'0'0,"-14"-6"8643"0"0,1 2-3729 0 0,11-2-2593 0 0,21-8-1795 0 0,37-8-2109 0 0,-32 15 559 0 0,0 1-1 0 0,0 1 0 0 0,0 1 1 0 0,0 1-1 0 0,35 1 0 0 0,-56 1-155 0 0,-1 1-1 0 0,0 0 0 0 0,1 1 0 0 0,-1-1 1 0 0,0 0-1 0 0,0 1 0 0 0,1-1 0 0 0,-1 1 0 0 0,0-1 1 0 0,0 1-1 0 0,0 0 0 0 0,0 0 0 0 0,0 0 1 0 0,0 0-1 0 0,0 1 0 0 0,0-1 0 0 0,0 0 0 0 0,3 4 1 0 0,-4-3-5 0 0,0-1 0 0 0,0 1 0 0 0,-1 0 0 0 0,1 0 0 0 0,0 0 0 0 0,-1 0 0 0 0,1 0 0 0 0,-1 0 0 0 0,0-1 0 0 0,1 1 0 0 0,-1 0 0 0 0,0 0 0 0 0,0 0 1 0 0,0 0-1 0 0,0 0 0 0 0,-1 4 0 0 0,-2 2-13 0 0,1 0 0 0 0,-1 0 0 0 0,0 0 0 0 0,-1 0 0 0 0,0 0 0 0 0,-8 11 0 0 0,-10 10-31 0 0,-40 40-1 0 0,2-2 10 0 0,31-32 17 0 0,18-23 2 0 0,0 1 0 0 0,1 0 0 0 0,0 0 0 0 0,1 1-1 0 0,1 0 1 0 0,0 0 0 0 0,1 1 0 0 0,-6 19 0 0 0,12-32 16 0 0,1 0 1 0 0,0 0-1 0 0,0 0 1 0 0,0-1-1 0 0,0 1 1 0 0,0 0-1 0 0,1 0 1 0 0,-1-1-1 0 0,0 1 0 0 0,1 0 1 0 0,-1-1-1 0 0,1 1 1 0 0,0 0-1 0 0,-1-1 1 0 0,1 1-1 0 0,0-1 1 0 0,0 1-1 0 0,0-1 1 0 0,0 1-1 0 0,0-1 1 0 0,1 0-1 0 0,-1 1 1 0 0,0-1-1 0 0,1 0 1 0 0,-1 0-1 0 0,0 0 1 0 0,1 0-1 0 0,0 0 0 0 0,-1 0 1 0 0,1-1-1 0 0,2 2 1 0 0,6 2-50 0 0,-1 0 1 0 0,1-1-1 0 0,20 4 0 0 0,17-2-617 0 0,0-1 0 0 0,1-2 0 0 0,0-3-1 0 0,54-7 1 0 0,-63 4-482 0 0,28-5-2258 0 0,-24 0-3441 0 0,-22 5 2479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49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235 167 14749 0 0,'-91'-156'2333'0'0,"90"153"-1824"0"0,17-1-293 0 0,-15 4-206 0 0,1-1 0 0 0,0 0 0 0 0,-1 1 0 0 0,1-1 0 0 0,0 1 1 0 0,-1 0-1 0 0,1 0 0 0 0,0-1 0 0 0,-1 1 0 0 0,1 0 0 0 0,2 0 0 0 0,44 8 183 0 0,54 14 0 0 0,-88-18-163 0 0,28 6 32 0 0,108 32 41 0 0,-144-40-104 0 0,0 1 0 0 0,-1 0 0 0 0,1 0 0 0 0,-1 0 0 0 0,1 1 0 0 0,-1-1 0 0 0,-1 1 0 0 0,1 1 0 0 0,0-1 0 0 0,-1 1 0 0 0,0 0 0 0 0,0 0 1 0 0,0 0-1 0 0,-1 0 0 0 0,0 1 0 0 0,0-1 0 0 0,0 1 0 0 0,-1 0 0 0 0,1 0 0 0 0,-1 0 0 0 0,-1 0 0 0 0,1 0 0 0 0,0 12 0 0 0,0 8 6 0 0,0 0 1 0 0,-3-1 0 0 0,0 1-1 0 0,-6 38 1 0 0,-11 28-10 0 0,-3-1 0 0 0,-35 91 1 0 0,-11 41-256 0 0,63-203 212 0 0,1 1-1 0 0,1 0 1 0 0,1-1-1 0 0,1 1 1 0 0,3 28 0 0 0,0 20-49 0 0,-3-68 242 0 0,-2 30 1865 0 0,1-30-1953 0 0,0 0 1 0 0,0 0-1 0 0,0 0 1 0 0,-1 0-1 0 0,1 0 1 0 0,0 0 0 0 0,0 0-1 0 0,-1-1 1 0 0,1 1-1 0 0,0 0 1 0 0,-1-1 0 0 0,1 1-1 0 0,0-1 1 0 0,-1 0-1 0 0,1 1 1 0 0,-1-1-1 0 0,1 0 1 0 0,-3 0 0 0 0,0 1 109 0 0,-193 32 1476 0 0,162-30-2454 0 0,0-1-1 0 0,0-2 1 0 0,-61-7-1 0 0,85 3 158 0 0,9 3-50 0 0,1 0 0 0 0,0 0 0 0 0,-1 0 0 0 0,1 0 1 0 0,0 0-1 0 0,0-1 0 0 0,0 1 0 0 0,0 0 0 0 0,0-1 0 0 0,0 1 0 0 0,1-1 1 0 0,-1 1-1 0 0,0-1 0 0 0,0-2 0 0 0,2-8-4081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0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1428 0 0,'0'-1'287'0'0,"-1"0"1"0"0,1 0-1 0 0,-1 0 0 0 0,1 0 0 0 0,0 0 0 0 0,0-1 1 0 0,-1 1-1 0 0,1 0 0 0 0,0 0 0 0 0,0 0 1 0 0,0 0-1 0 0,0 0 0 0 0,0 0 0 0 0,1 0 1 0 0,-1 0-1 0 0,0 0 0 0 0,0-1 0 0 0,1 1 0 0 0,-1 0 1 0 0,1 0-1 0 0,-1 0 0 0 0,1 0 0 0 0,0-1 1 0 0,1 0-33 0 0,0 0 0 0 0,0 1 0 0 0,0-1 0 0 0,0 0 0 0 0,0 1 0 0 0,0 0 1 0 0,0-1-1 0 0,0 1 0 0 0,0 0 0 0 0,4-1 0 0 0,6-2-60 0 0,1 1-1 0 0,-1 0 1 0 0,17-1 0 0 0,-23 3 32 0 0,147-22-4167 0 0,-121 18 572 0 0,-15 3 650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12209 0 0,'-9'3'560'0'0,"0"1"-1"0"0,0 0 1 0 0,-16 10-1 0 0,24-13 11 0 0,7-2-817 0 0,94-5-1994 0 0,-30-3-4723 0 0,-49 5 3831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3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33 152 0 0,'-14'-32'17689'0'0,"29"57"-15815"0"0,24 39-2163 0 0,147 146 2011 0 0,-102-121-1258 0 0,-67-70-390 0 0,13 13 178 0 0,30 44 0 0 0,-51-63-228 0 0,-1 0 0 0 0,-1 0 0 0 0,0 1-1 0 0,-1 0 1 0 0,0 1 0 0 0,-2-1-1 0 0,4 16 1 0 0,18 134-3967 0 0,-26-153 2953 0 0,-1-8-1184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1104 10 1760 0 0,'-2'-9'7117'0'0,"-102"112"-3208"0"0,20-18-2451 0 0,1-7-317 0 0,-88 78 526 0 0,-161 125-233 0 0,114-91-4059 0 0,161-137-696 0 0,23-19-1928 0 0,16-14 1146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1 180 268 0 0,'0'0'7817'0'0,"2"6"-7327"0"0,1 1-329 0 0,-2-4-91 0 0,-1-1-1 0 0,1 1 1 0 0,1-1-1 0 0,-1 1 1 0 0,0-1-1 0 0,1 1 1 0 0,-1-1-1 0 0,1 0 1 0 0,3 4 0 0 0,-3-4 46 0 0,1 0 1 0 0,-1-1-1 0 0,1 1 1 0 0,0-1 0 0 0,-1 0-1 0 0,1 1 1 0 0,0-1-1 0 0,0-1 1 0 0,0 1 0 0 0,0 0-1 0 0,0-1 1 0 0,0 1 0 0 0,0-1-1 0 0,0 0 1 0 0,0 0-1 0 0,4 0 1 0 0,1-1 49 0 0,0 0 1 0 0,1 0-1 0 0,-1 0 0 0 0,13-5 1 0 0,-3-2 65 0 0,0 0 1 0 0,-1-1-1 0 0,1-1 1 0 0,-2-1-1 0 0,0 0 1 0 0,24-21-1 0 0,-10 4 312 0 0,-1-2 0 0 0,28-36 0 0 0,-46 53 544 0 0,-5 13-95 0 0,-6 22-167 0 0,-1-14-1021 0 0,-13 125 402 0 0,-4 53-413 0 0,14-16-179 0 0,21 108-655 0 0,-16-263 960 0 0,0-1-1 0 0,0 1 1 0 0,-2-1-1 0 0,1 1 1 0 0,-2-1 0 0 0,0 1-1 0 0,-7 23 1 0 0,8-34 75 0 0,-1 0 0 0 0,0 0-1 0 0,1 0 1 0 0,-1 0 0 0 0,-1-1 0 0 0,1 1 0 0 0,0-1-1 0 0,-1 1 1 0 0,0-1 0 0 0,0 0 0 0 0,0 0-1 0 0,-6 5 1 0 0,6-6 39 0 0,0-1 0 0 0,0 0-1 0 0,0 1 1 0 0,0-1-1 0 0,0 0 1 0 0,0 0 0 0 0,0-1-1 0 0,-1 1 1 0 0,1-1 0 0 0,0 1-1 0 0,0-1 1 0 0,-1 0 0 0 0,1 0-1 0 0,0-1 1 0 0,-1 1 0 0 0,1-1-1 0 0,0 1 1 0 0,-6-3 0 0 0,6 2 26 0 0,0 0 0 0 0,0-1 0 0 0,0 1 0 0 0,0-1 0 0 0,1 0 0 0 0,-1 0 0 0 0,-4-4 0 0 0,4 4-20 0 0,2 1 58 0 0,-2-4-12 0 0,3 5-88 0 0,0-1 0 0 0,0 1 0 0 0,-1 0 0 0 0,1 0 0 0 0,0-1 1 0 0,0 1-1 0 0,-1 0 0 0 0,1-1 0 0 0,0 1 0 0 0,0 0 0 0 0,0-1 0 0 0,0 1 0 0 0,0 0 0 0 0,-1-1 0 0 0,1 1 0 0 0,0 0 0 0 0,0-1 0 0 0,0 1 1 0 0,0-1-1 0 0,0 1 0 0 0,0 0 0 0 0,0-1 0 0 0,0 1 0 0 0,0 0 0 0 0,0-1 0 0 0,0 1 0 0 0,1-1 0 0 0,-1 1 0 0 0,0 0 0 0 0,0-1 0 0 0,0 1 1 0 0,0 0-1 0 0,1-1 0 0 0,-1 1 0 0 0,0 0 0 0 0,1-1 0 0 0,6-8-160 0 0,2 1 0 0 0,-1 0 1 0 0,2 0-1 0 0,-1 1 0 0 0,1 0 0 0 0,16-9 1 0 0,72-28-1805 0 0,-64 30-2323 0 0,48-27 1 0 0,-62 30 1092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1 117 568 0 0,'0'0'3673'0'0,"5"-1"-3126"0"0,105-13 1795 0 0,-87 13-2022 0 0,0-2-1 0 0,0 0 1 0 0,0-1-1 0 0,-1-1 1 0 0,0-1-1 0 0,0-1 1 0 0,26-12-1 0 0,-42 16 42 0 0,-1 0 0 0 0,1 0 1 0 0,-1 0-1 0 0,1-1 0 0 0,-1 0 0 0 0,0 0 0 0 0,0 0 0 0 0,-1-1 0 0 0,5-5 0 0 0,-8 8 559 0 0,2-4-411 0 0,-1 4-267 0 0,-1 6 1214 0 0,-1 312-1075 0 0,3-214-448 0 0,1 236-390 0 0,-5-311 393 0 0,-2 0 1 0 0,-8 42 0 0 0,8-57 69 0 0,-1 0 1 0 0,0-1-1 0 0,0 1 1 0 0,-1-1 0 0 0,0 0-1 0 0,-1 0 1 0 0,0 0 0 0 0,-8 9-1 0 0,8-12 276 0 0,0-1-1 0 0,-1 0 1 0 0,0 0-1 0 0,0-1 1 0 0,-12 9 0 0 0,18-14 152 0 0,5-7-622 0 0,3-1 62 0 0,0 0 1 0 0,1 1 0 0 0,0 0-1 0 0,0 0 1 0 0,0 1 0 0 0,14-8-1 0 0,63-24-3047 0 0,-31 14-3649 0 0,-29 14 2765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0 422 248 0 0,'0'0'905'0'0,"6"-2"-66"0"0,312-66 2664 0 0,-152 38-2635 0 0,-116 20-645 0 0,593-105 1732 0 0,-362 76-1420 0 0,251-29 219 0 0,434-11-1502 0 0,-949 78 408 0 0,45-3-797 0 0,-24 0-2662 0 0,-29 3 1657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6:56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16802 0 0,'0'0'1020'0'0,"9"-5"-1010"0"0,9-5 4 0 0,2 1-1 0 0,-1 1 1 0 0,1 1-1 0 0,1 1 1 0 0,-1 0-1 0 0,1 2 1 0 0,24-3-1 0 0,163-7-127 0 0,-162 12 4 0 0,133 4-1646 0 0,-63 1-3438 0 0,-97-3 1119 0 0,2 3 312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0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10317 0 0,'24'-24'-129'0'0,"-14"14"64"0"0,0 0 0 0 0,0 0 0 0 0,1 1 0 0 0,0 1 0 0 0,20-13 0 0 0,-5 9 49 0 0,-19 9 0 0 0,4 13-34 0 0,1 0 47 0 0,-6-5 2 0 0,1 1 0 0 0,-1-1 0 0 0,0 1 0 0 0,-1 0 0 0 0,1 1 0 0 0,-1 0-1 0 0,-1-1 1 0 0,1 2 0 0 0,-1-1 0 0 0,6 15 0 0 0,2 11 1 0 0,-2 1 0 0 0,-2 0 0 0 0,-1 0 0 0 0,-1 1 0 0 0,-2 0 0 0 0,-1 0 0 0 0,-2 0 0 0 0,-2 0 0 0 0,-4 35 0 0 0,-10 38-617 0 0,-45 167 0 0 0,54-251 22 0 0,-2 1 1 0 0,-1-2-1 0 0,-1 1 1 0 0,-1-1-1 0 0,-1-1 0 0 0,-1 0 1 0 0,-29 37-1 0 0,10-19-1495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0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354 142 368 0 0,'0'0'1263'0'0,"-4"-12"-835"0"0,-10-39-8 0 0,11 38 435 0 0,-1 7-429 0 0,-11-18-36 0 0,11 18 724 0 0,-1 1-764 0 0,-13-15-18 0 0,14 15 1861 0 0,-13 16-2091 0 0,0-1-75 0 0,9-7-16 0 0,1 2 1 0 0,-1-1-1 0 0,0 1 1 0 0,1 1 0 0 0,0-1-1 0 0,1 1 1 0 0,-1 0 0 0 0,1 1-1 0 0,0 0 1 0 0,0-1 0 0 0,1 2-1 0 0,-6 9 1 0 0,-17 38 80 0 0,3 0 0 0 0,2 2 0 0 0,3 1 0 0 0,2 0 0 0 0,-18 106 0 0 0,32-126-127 0 0,2 43 0 0 0,2-63 21 0 0,1 31-403 0 0,15 94-1 0 0,-9-106-767 0 0,1-1 1 0 0,2-1-1 0 0,28 64 0 0 0,-35-93 874 0 0,0-1 0 0 0,1 0 1 0 0,-1 1-1 0 0,1-1 0 0 0,6 5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1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1 357 8929 0 0,'0'0'53'0'0,"17"-15"-290"0"0,2-3 230 0 0,1 1 0 0 0,1 1-1 0 0,1 1 1 0 0,0 1 0 0 0,38-18 0 0 0,47-10-32 0 0,1 5 0 0 0,133-28 0 0 0,232-12-967 0 0,-397 71-436 0 0,0 4-1 0 0,109 11 1 0 0,-132-6-390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1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0 385 9021 0 0,'0'0'-128'0'0,"152"-76"-832"0"0,-79 43 764 0 0,8-1 36 0 0,10 2 60 0 0,6-4-48 0 0,3 2-20 0 0,7 4-56 0 0,4 5-92 0 0,1 3-96 0 0,3 0-164 0 0,-10 9-365 0 0,3-5-1015 0 0,-10 9 448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10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9865 0 0,'0'0'-76'0'0,"98"-108"-1408"0"0,-28 77 1244 0 0,2 4-12 0 0,6 6-32 0 0,5-4-156 0 0,1 4-96 0 0,2 7-556 0 0,-4 1-1185 0 0,1-5 525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7:4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719 68 360,'0'0'11581,"-3"-11"-11514,-12-45 257,-2 64-298,-53 23 13,52-24 12,11-4-31,-23 9-7,23-9 15,1 1-23,-1 0-3,4-2-1,1-1-1,-1 1 1,1 0 0,-1-1 0,1 1 0,0 0-1,0 1 1,0-1 0,0 0 0,-3 4-1,-15 19 0,15-19-3,1 0-3,-33 53-17,34-53 8,1 2-94,-4 23 65,4-23-1,8 5-168,24 58 163,-26-66 43,-3-3 5,1 0-1,-1 0 1,0 0-1,0 0 1,0 0-1,0 0 1,0 0 0,0 0-1,-1 0 1,1 1-1,-1-1 1,1 0-1,-1 0 1,0 4-1,3 5-4,-2-6 1,0-1 1,0 1-1,0 0 1,-1 1-1,1-1 1,-1 0 0,-1 8-1,-1 32-17,-3-15 19,0-9 1,0 0 1,-1 0 0,-1-1 0,-18 37-1,-15 22-2,-70 104 0,51-97 9,-29 41-8,6-12 22,53-77-16,5-2-68,21-30 0,19-4-314,48 4 309,-62-5 66,0-1-1,0 0 1,0 0 0,0 0-1,0 0 1,0 0 0,0 0-1,0 0 1,0-1 0,0 1-1,0-1 1,0 1 0,3-2-1,81-29-174,38-15-111,-89 34 191,-26 9-7,-7 3 99,-1 0 1,1 0 0,-1-1-1,1 1 1,-1 0 0,1 0-1,-1-1 1,1 1-1,-1-1 1,1 1 0,-1-1-1,0 0 1,1 1 0,1-2-1,-2 1-32,0 0 1,1 0-1,-1 1 0,0-1 0,1 0 0,-1 1 0,1-1 0,-1 1 0,1 0 0,-1-1 0,1 1 1,-1 0-1,1 0 0,1 0 0,-1 13 7,0 1 22,2 35-74,-8-33 57,-13 48-8,15-61 32,1 0 0,0 0 1,0 0-1,1 0 1,-1 0-1,1 0 1,-1 1-1,1-1 1,0 0-1,0 0 1,0 0-1,1 0 0,0 3 1,-1-4 0,0-1 1,1 1-1,-1-1 0,0 1 0,0-1 1,0 0-1,0 1 0,0-1 1,0 1-1,0-1 0,-1 1 1,1-1-1,0 0 0,-1 3 1,1 7-20,-1 2 10,1-8-8,0 1 0,0-1 0,0 1 0,0-1 1,1 0-1,0 1 0,2 7 0,-2-7-8,0 0-98,0 0 0,0 0 0,0 1 0,1-1 0,0 0 0,0 0 0,1-1 0,0 1 0,0 0 0,6 9 0,10 6-591,-15-16-631,3 3-882,27 27 168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4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46 167 776 0 0,'-5'-2'923'0'0,"0"-1"1"0"0,0 0-1 0 0,0 0 0 0 0,1 0 1 0 0,0 0-1 0 0,-7-7 1570 0 0,11 10-2476 0 0,-1 0 0 0 0,1 0 0 0 0,0 0 0 0 0,0 0 0 0 0,0 0 0 0 0,-1 0 0 0 0,1 0 0 0 0,0 0 0 0 0,0 0 0 0 0,0 0 0 0 0,0 0 0 0 0,-1 0 0 0 0,1 0 0 0 0,0 0 0 0 0,0 0 0 0 0,0 0 0 0 0,-1 0 0 0 0,1 0 0 0 0,0 0 0 0 0,0 0 0 0 0,0-1 0 0 0,0 1 0 0 0,0 0 0 0 0,-1 0-1 0 0,1 0 1 0 0,0 0 0 0 0,0 0 0 0 0,0 0 0 0 0,0-1 0 0 0,0 1 0 0 0,0 0 0 0 0,-1 0 0 0 0,1 0 0 0 0,0 0 0 0 0,0 0 0 0 0,0-1 0 0 0,0 1 0 0 0,0 0 0 0 0,0 0 0 0 0,0 0 0 0 0,0-1 0 0 0,0 1 0 0 0,0 0 0 0 0,0 0 0 0 0,0 0 0 0 0,0-1 0 0 0,6-9 981 0 0,9-4-546 0 0,1 2-394 0 0,1 0 1 0 0,0 1-1 0 0,1 1 1 0 0,0 1-1 0 0,1 0 1 0 0,0 2-1 0 0,31-9 1 0 0,-19 8-23 0 0,0 2 0 0 0,0 1 0 0 0,1 2 0 0 0,34 0 0 0 0,-50 4-27 0 0,0 0 0 0 0,0 0 0 0 0,0 2 1 0 0,-1 0-1 0 0,1 1 0 0 0,-1 0 0 0 0,0 1 0 0 0,0 1 0 0 0,0 1 0 0 0,-1 0 0 0 0,0 1 1 0 0,26 18-1 0 0,-37-23-10 0 0,0 0-1 0 0,0 0 1 0 0,-1 0 0 0 0,1 0 0 0 0,-1 1-1 0 0,0-1 1 0 0,0 1 0 0 0,0-1 0 0 0,0 1-1 0 0,0 0 1 0 0,-1-1 0 0 0,0 1 0 0 0,0 0 0 0 0,0 0-1 0 0,0 0 1 0 0,-1 0 0 0 0,1 0 0 0 0,-1 1-1 0 0,0-1 1 0 0,0 0 0 0 0,-1 0 0 0 0,1 0-1 0 0,-1 0 1 0 0,0 0 0 0 0,-1 4 0 0 0,-2 6-1 0 0,0-1 1 0 0,-1 1-1 0 0,-1-1 1 0 0,0 0 0 0 0,-1-1-1 0 0,-8 13 1 0 0,-223 284 29 0 0,224-294-29 0 0,2 0 1 0 0,0 0-1 0 0,1 2 1 0 0,0-1 0 0 0,1 1-1 0 0,1 1 1 0 0,1 0-1 0 0,-10 30 1 0 0,17-44 0 0 0,0 1 1 0 0,0-1-1 0 0,1 1 1 0 0,-1-1-1 0 0,1 1 1 0 0,0-1 0 0 0,1 1-1 0 0,-1 0 1 0 0,1-1-1 0 0,-1 1 1 0 0,2-1-1 0 0,-1 0 1 0 0,0 1-1 0 0,1-1 1 0 0,0 0 0 0 0,0 0-1 0 0,0 0 1 0 0,0 0-1 0 0,0 0 1 0 0,1 0-1 0 0,0-1 1 0 0,0 1-1 0 0,0-1 1 0 0,0 0-1 0 0,8 6 1 0 0,-3-3-1 0 0,1-1 0 0 0,0 1 0 0 0,1-2-1 0 0,0 1 1 0 0,-1-1 0 0 0,1-1 0 0 0,0 0 0 0 0,1 0 0 0 0,20 2-1 0 0,103 6 26 0 0,-129-11-28 0 0,0 1 0 0 0,-1-1 0 0 0,1 1 0 0 0,0 0 0 0 0,-1 1-1 0 0,1-1 1 0 0,-1 1 0 0 0,0-1 0 0 0,1 1 0 0 0,-1 1 0 0 0,0-1 0 0 0,0 0 0 0 0,5 5 0 0 0,-7-5 4 0 0,0 1 0 0 0,0-1 1 0 0,0 1-1 0 0,-1-1 0 0 0,1 1 0 0 0,-1-1 1 0 0,0 1-1 0 0,0 0 0 0 0,1 0 0 0 0,-2-1 1 0 0,1 1-1 0 0,0 0 0 0 0,-1 0 1 0 0,1 0-1 0 0,-1 0 0 0 0,0 0 0 0 0,0 0 1 0 0,0 0-1 0 0,0 0 0 0 0,-1 0 1 0 0,1 0-1 0 0,-2 3 0 0 0,-10 41 80 0 0,-2 0-1 0 0,-20 44 0 0 0,17-48 12 0 0,1 1 0 0 0,-13 65 0 0 0,21-66 31 0 0,-1 0 0 0 0,-24 68-1 0 0,29-102-171 0 0,1-1 0 0 0,-1 0-1 0 0,-1 1 1 0 0,1-1-1 0 0,-2-1 1 0 0,1 1-1 0 0,-1-1 1 0 0,0 0-1 0 0,0 0 1 0 0,-1-1-1 0 0,0 0 1 0 0,0 0-1 0 0,0 0 1 0 0,-1-1 0 0 0,0 0-1 0 0,0-1 1 0 0,0 0-1 0 0,-1 0 1 0 0,1-1-1 0 0,-11 3 1 0 0,4-2-912 0 0,0-1 0 0 0,1-1 0 0 0,-1 0 0 0 0,0-1 0 0 0,-1-1 0 0 0,-16-1 0 0 0,1-2-1824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7:5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84,'0'0'8210,"0"23"-8025,-3 100 154,2-113-282,1 36 312,4 28-149,-4-14-29,-4-6-22,-2-1-20,4-40-126,-4 36 72,4 4 6,1-43-92,-6 31-48,-4 12-637,2-11 240,7-31-129,0-4-203,-2-1 359,3-4 100,0 0-1,0 0 0,0 0 0,0 0 0,0 1 0,0-1 1,1 0-1,-1 0 0,1 1 0,-1 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7:5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0 192,'0'0'4700,"-23"7"-4349,-64 20-83,-208 62 989,196-59-766,60-20-311,5-3-29,-12 6 153,39-9-270,4-3 4,1 0 0,0 1 0,-1-1 0,0-1 0,1 1 1,-1 0-1,0 0 0,1-1 0,-1 0 0,-3 1 0,18 13-20,35 42-2,-35-42 44,-5-11-34,0 1 8,-5-2 16,1-1 1,-1 0 0,1 1 0,-1-1 0,1 0-1,-1 0 1,1-1 0,0 1 0,-1 0-1,1-1 1,0 0 0,4 0 0,31 5-10,-29-4 94,-3 4-107,18 16 1,-18-15 5,0 1-2,75 82 136,-76-84-142,4-1-1,26 11-4,-32-13-17,-1-1-1,1 0 1,-1 1-1,1-1 0,0 0 1,-1-1-1,1 1 1,0-1-1,0 1 1,0-1-1,-1 0 0,1 0 1,3 0-1,3 0 5,-1 1 10,8-4 3,46-6-8,-54 9-10,-1-1 1,1 0-1,-1-1 1,0 0-1,1 0 1,-1-1 0,10-4-1,1-2 5,132-60 49,-100 44-40,-33 13-5,82-69-19,-95 79 8,-1 0 0,0-1 1,0 0-1,0 0 0,-1 0 0,1 0 1,3-6-1,0 2 4,-4 4 5,0 1 0,1-1 0,-1 0 0,0 0 0,0 1 0,-1-1 0,1 0 0,1-5 0,1 1 15,-1 1 212,-1-2-70,7-24 20,-7 24 691,-12 1-784,-27-19-17,27 19 180,-5 18-211,-48 33-16,42-26 5,14-10-30,4-4-9,0-1 1,0 1 0,0 0 0,1 0 0,-1 0 0,1 0 0,-3 7 0,-1-2-15,4-5-2,-1 1 0,1 0 0,-1-1 0,1 1 0,1 0 0,-3 8 0,0-3-19,2-5 5,0 0 0,0 0 1,1 0-1,0 0 0,0 0 0,-1 9 1,-4 30-156,5-41 166,0 0-1,1 1 1,-1-1 0,1 0 0,0 0-1,0 1 1,0-1 0,0 0-1,1 0 1,-1 1 0,1-1-1,1 4 1,1 2-33,-3-5 32,0 0 0,1 0-1,-1 0 1,1 0 0,0-1 0,0 1-1,1 0 1,-1 0 0,1-1-1,3 6 1,0 1-23,5 7-95,45 39-143,-39-47 135,-2-2 90,-5-3 22,-1 0 0,1 0 0,1-1-1,-1 0 1,0 0 0,1-1 0,-1-1 0,18 2 0,-3-1-14,-3 0 6,0 0-1,0-2 0,0 0 0,0-2 0,24-4 0,-20 3 14,15-3-44,1-2 0,-1-1 0,55-20 0,-57 14 103,-35 14-15,0 0 0,-1 0 1,1 0-1,0 0 0,-1-1 1,1 1-1,-1-1 0,1 1 1,-1-1-1,0 0 0,1 0 1,-1 0-1,3-4 0,0 0 39,-2 4-18,0 0 0,-1 0 0,1 0 0,-1-1 0,1 1 0,-1 0 0,0-1 0,0 0 0,0 1 0,1-4 0,2-2 50,-4 6-49,1 1-1,-1-1 0,0 0 0,1 1 1,-1-1-1,0 0 0,0 0 1,0 0-1,0 0 0,0 0 0,-1 0 1,1-1-1,-1 1 0,1-2 1,0-3 62,2 1 572,-3-4-328,3-26-5,-3 27 1681,2 33-6050,7 72 3767,-7-72 20,12-27-158,40-8 324,-41 9 193,-3-7 41,33-27 57,-41 35-169,0-1 0,1 1 0,-1-1-1,0 0 1,0 0 0,0 0 0,0-1 0,0 1 0,0 0-1,2-5 1,0 0 54,-1 3 538,1-3-294,13-20 10,-13 20 1860,0 23-2135,11 48-9,-11-34-12,4 418-217,-7-403 16,3 0 0,14 76 0,-2-25-101,-9-55 135,-5-32 95,0-1-34,-2 1 24,1 26 145,-1-26 667,-56-5-417,44-3-214,-6-5-18,-86-18 90,-178-41-1279,279 62 928,0 1 0,0-1 0,0 1 0,0-1 0,0 0 0,0 0 0,0-1 0,0 1 0,1 0-1,-4-3 1,-1-1-280,0 2-1671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67 364 0 0,'0'0'1686'0'0,"10"-9"-1211"0"0,31-26-40 0 0,-31 26 321 0 0,0 7-420 0 0,29-7-36 0 0,-30 7 3641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1 348 0 0,'0'0'10387'0'0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10161 0 0,'0'0'337'0'0,"-1"19"-600"0"0,2 5 263 0 0,-1-9-2 0 0,0 1 0 0 0,-1-1 0 0 0,-5 26 0 0 0,3-27 1 0 0,1-7 1 0 0,1 0 0 0 0,-1 0 0 0 0,1 0 0 0 0,1 0 0 0 0,0 14 0 0 0,-1-10 4 0 0,0-6-2 0 0,1-1-1 0 0,0 1 1 0 0,0 0 0 0 0,0 0-1 0 0,1 0 1 0 0,-1 0-1 0 0,3 7 1 0 0,7 36-6 0 0,-8-41 6 0 0,1 0 1 0 0,0 0-1 0 0,1-1 1 0 0,0 1-1 0 0,0-1 1 0 0,0 0-1 0 0,1 0 1 0 0,8 9-1 0 0,-10-12-1 0 0,10 7 19 0 0,14 1 10 0 0,-21-8 21 0 0,6-1 36 0 0,36 5 45 0 0,-36-5 36 0 0,1-6 32 0 0,39-13 30 0 0,-31 7 42 0 0,-11 4-206 0 0,6-3 195 0 0,-1-2-1 0 0,0 0 0 0 0,-1 0 0 0 0,0-1 0 0 0,-1-1 1 0 0,0 0-1 0 0,20-29 0 0 0,-26 34-143 0 0,-4 4-37 0 0,0 0 1 0 0,0 0-1 0 0,-1 0 1 0 0,1 0-1 0 0,-1-1 0 0 0,3-7 1 0 0,28-62 710 0 0,-30 67-583 0 0,-2-2-18 0 0,3-1-437 0 0,1-7 522 0 0,-4-1-10083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79 1064 0 0,'0'0'3201'0'0,"-5"-11"-2296"0"0,-16-36-100 0 0,15 35 1100 0 0,-2 11-1457 0 0,-26-5-102 0 0,26 4 75 0 0,-12 10-342 0 0,-111 54-313 0 0,121-58 174 0 0,-27 16-351 0 0,-21 24-652 0 0,53-40 670 0 0,18-1-1336 0 0,0 0 1803 0 0,0-1 1 0 0,25 1-1 0 0,-15-2 13 0 0,-3 2 1614 0 0,-7-10-1130 0 0,37-18 34 0 0,-37 19 1204 0 0,-9 1-1250 0 0,15-12-33 0 0,-15 13 2963 0 0,-1 17-3375 0 0,9 38-23 0 0,-9-39-29 0 0,2 36-135 0 0,-3-34 29 0 0,0 0-186 0 0,0-1 0 0 0,1 1-1 0 0,0-1 1 0 0,6 14 0 0 0,-4-14 14 0 0,11 36-2342 0 0,-11-43 494 0 0,16 19-1349 0 0,-16-19 259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7:5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51 456,'0'0'6559,"-4"-8"-5770,-15-26-81,15 25 2540,-2 30-2950,-2 5-207,-16 66 328,-16 76-48,33-134-629,-11 62-296,11-45-221,3-36 562,2-7-14,1-1-1,-1 1 1,2 0-1,-1-1 1,1 14-1,0 5-842,0-8-2686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22 1068 0 0,'0'0'11523'0'0,"-6"20"-11534"0"0,-19 59-36 0 0,19-59-32 0 0,11-9-455 0 0,14 35 328 0 0,-14-35-3 0 0,5-7 14 0 0,28 13 17 0 0,-19-13 33 0 0,19-1 18 0 0,-28-3 13 0 0,4-1 12 0 0,43-4 15 0 0,-53 5 82 0 0,-1 0-1 0 0,1 0 1 0 0,-1-1 0 0 0,1 1 0 0 0,-1-1-1 0 0,0 1 1 0 0,1-1 0 0 0,-1 0 0 0 0,0-1-1 0 0,0 1 1 0 0,1 0 0 0 0,3-3 0 0 0,1-1 6 0 0,27-12 109 0 0,-28 12-72 0 0,0 1 119 0 0,-1 0 34 0 0,18-12 13 0 0,-18 12 500 0 0,-3-3-417 0 0,10-21 5 0 0,-10 21 1700 0 0,-18 22-1937 0 0,-47 48-20 0 0,47-47-3 0 0,12-7-8 0 0,-7 28-3 0 0,8-28-34 0 0,2 2-8 0 0,1 31-14 0 0,0-32-10 0 0,5 1-46 0 0,20 29 31 0 0,-25-39 55 0 0,-1 0 0 0 0,1 0-1 0 0,-1-1 1 0 0,1 1-1 0 0,-1 0 1 0 0,1 0 0 0 0,0 0-1 0 0,-1 0 1 0 0,1-1 0 0 0,0 1-1 0 0,0 0 1 0 0,0-1-1 0 0,-1 1 1 0 0,1 0 0 0 0,2 0-1 0 0,2 3-23 0 0,-3-3 19 0 0,-1 1 1 0 0,1-1-1 0 0,0 0 0 0 0,-1 0 1 0 0,1 0-1 0 0,0 0 0 0 0,0 0 1 0 0,0 0-1 0 0,0-1 0 0 0,0 1 1 0 0,0 0-1 0 0,0-1 1 0 0,0 0-1 0 0,0 1 0 0 0,0-1 1 0 0,3 0-1 0 0,6 2-17 0 0,-5-1 10 0 0,0 0 0 0 0,0 0 0 0 0,0 0 1 0 0,0-1-1 0 0,1 0 0 0 0,5-1 0 0 0,45 0-41 0 0,-28-3 15 0 0,23-10-22 0 0,74-29 1 0 0,-71 14 27 0 0,-2-2 0 0 0,-1-3 0 0 0,49-41 1 0 0,-79 58 33 0 0,9-11 73 0 0,-23 19-50 0 0,-6 7-6 0 0,1 0 0 0 0,-1 0 0 0 0,0 0-1 0 0,1-1 1 0 0,-1 0 0 0 0,0 1 0 0 0,-1-1-1 0 0,1 0 1 0 0,2-4 0 0 0,0 0 19 0 0,0 1 272 0 0,-4-3-140 0 0,0-28-6 0 0,0 28 200 0 0,-12 3-278 0 0,-35-19 7 0 0,35 19-17 0 0,0 7-10 0 0,-2 2-41 0 0,-31 2 106 0 0,32 1-80 0 0,-37 20-19 0 0,49-26-26 0 0,0 0 0 0 0,0 1 0 0 0,0-1 1 0 0,0 1-1 0 0,0 0 0 0 0,0-1 0 0 0,0 1 0 0 0,0 0 0 0 0,0-1 0 0 0,0 1 0 0 0,0 0 1 0 0,0 0-1 0 0,0 0 0 0 0,0 0 0 0 0,0 2 0 0 0,-5 3 4 0 0,4-4-5 0 0,0 0-1 0 0,0 0 1 0 0,1 1 0 0 0,-1-1 0 0 0,0 0 0 0 0,1 1-1 0 0,0-1 1 0 0,0 1 0 0 0,-1 0 0 0 0,2-1-1 0 0,-1 1 1 0 0,-1 3 0 0 0,-2 4-13 0 0,2-6-3 0 0,1 0 0 0 0,-1 0-1 0 0,1 0 1 0 0,0 1 0 0 0,0-1-1 0 0,0 0 1 0 0,0 8 0 0 0,-2-3-30 0 0,2-5 16 0 0,1-1 0 0 0,-1 1 1 0 0,0-1-1 0 0,1 1 0 0 0,0-1 0 0 0,0 1 1 0 0,0 0-1 0 0,0-1 0 0 0,0 1 0 0 0,2 4 0 0 0,5 59-730 0 0,-5-50 508 0 0,-1-7 5 0 0,0 0 0 0 0,0 0 0 0 0,1 0 0 0 0,1 0 0 0 0,0 0 0 0 0,0-1-1 0 0,6 12 1 0 0,-4-11-122 0 0,13 32-2451 0 0,-6-8-457 0 0,-9-26 249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16730 0 0,'0'0'816'0'0,"3"19"-2123"0"0,10 58 800 0 0,-12-71 347 0 0,1-1 0 0 0,-1 1 0 0 0,-1 0 1 0 0,1 0-1 0 0,-1 0 0 0 0,0 0 0 0 0,-1 11 0 0 0,0-4-166 0 0,1-3-973 0 0,-2 37-3710 0 0,3-33 3675 0 0,-2-1-2315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08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749 175 5316 0 0,'0'0'-66'0'0,"5"-9"-190"0"0,17-26 187 0 0,-16 26 26 0 0,-28 4-28 0 0,-6-4 74 0 0,6 3 1 0 0,0 0 0 0 0,-1 2 0 0 0,-24-3 0 0 0,34 6 5 0 0,-1-1 0 0 0,1-1-1 0 0,-1 0 1 0 0,-19-8 0 0 0,-3-1 31 0 0,4 2 14 0 0,24 8 20 0 0,0-2 12 0 0,-62-29 811 0 0,64 30-619 0 0,1 15-260 0 0,-24 61 16 0 0,-16 34 13 0 0,-64 174 56 0 0,57-130-35 0 0,26-80 52 0 0,-31 135-1 0 0,44-150-30 0 0,8-42-69 0 0,-3 13 57 0 0,5-13-59 0 0,1-2 1 0 0,-2 6 31 0 0,-2 9 6 0 0,4-20 45 0 0,1 2-57 0 0,-2 29-9 0 0,2-29 129 0 0,4 3-133 0 0,9 34 8 0 0,-9-35-5 0 0,3-5-17 0 0,-1 0-12 0 0,-3-4-4 0 0,0 0 0 0 0,0 1 1 0 0,0-1-1 0 0,0-1 0 0 0,0 1 1 0 0,0 0-1 0 0,0-1 0 0 0,0 1 0 0 0,1-1 1 0 0,-1 1-1 0 0,1-1 0 0 0,4 2 0 0 0,39 16-92 0 0,-36-15 50 0 0,-7-2 6 0 0,1 0 0 0 0,0 0 0 0 0,0-1 0 0 0,0 0 0 0 0,0 0 0 0 0,1 0 0 0 0,-1 0-1 0 0,8-1 1 0 0,152 11-3963 0 0,-152-11 2205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1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0 137 608 0 0,'0'0'5015'0'0,"10"-15"-4622"0"0,27-42-32 0 0,-37 56-342 0 0,1 0 0 0 0,0-1 0 0 0,-1 1 0 0 0,1 0-1 0 0,0 0 1 0 0,0-1 0 0 0,0 1 0 0 0,0 0 0 0 0,0 0 0 0 0,0 0-1 0 0,1 0 1 0 0,-1 0 0 0 0,0 0 0 0 0,0 1 0 0 0,1-1-1 0 0,1-1 1 0 0,7-4 76 0 0,-6 3-49 0 0,0 0-1 0 0,0 1 1 0 0,0 0 0 0 0,1 0-1 0 0,-1 0 1 0 0,0 0-1 0 0,1 1 1 0 0,-1 0-1 0 0,9-2 1 0 0,-1-1 36 0 0,-7 2-40 0 0,0 0-1 0 0,0 1 0 0 0,0-1 0 0 0,0 1 1 0 0,0 0-1 0 0,1 1 0 0 0,-1-1 1 0 0,7 1-1 0 0,-1-2 22 0 0,-7 1-37 0 0,0 1 0 0 0,0-1 1 0 0,1 1-1 0 0,-1 0 0 0 0,0 0 0 0 0,0 0 0 0 0,0 0 0 0 0,0 1 0 0 0,0-1 0 0 0,7 3 0 0 0,3-1 25 0 0,41 10 177 0 0,-51-11-211 0 0,9 3 28 0 0,0-1-1 0 0,-1 2 0 0 0,18 8 1 0 0,-18-6 14 0 0,0 1-1 0 0,-1-1 1 0 0,12 11 0 0 0,-12-9-27 0 0,-4-4-13 0 0,-1 0 0 0 0,1 0 1 0 0,-1 1-1 0 0,-1 0 1 0 0,1 0-1 0 0,-1 0 0 0 0,0 1 1 0 0,0 0-1 0 0,-1 0 1 0 0,6 13-1 0 0,-4-9 0 0 0,-3-5-9 0 0,0 0-1 0 0,0 0 1 0 0,0 0-1 0 0,-1 1 0 0 0,0-1 1 0 0,0 1-1 0 0,-1-1 1 0 0,1 1-1 0 0,-2 0 1 0 0,1 0-1 0 0,-1-1 1 0 0,0 11-1 0 0,-3 37 43 0 0,-1-28-4 0 0,-3-8-38 0 0,-11 31 107 0 0,-28 53-1 0 0,43-96-61 0 0,0 1-31 0 0,-11 21-2 0 0,10-22 202 0 0,18 0-181 0 0,42 16-3 0 0,-54-22-37 0 0,-1 1 1 0 0,1 0-1 0 0,0-1 1 0 0,-1 1-1 0 0,1-1 1 0 0,-1 1-1 0 0,1-1 0 0 0,0 0 1 0 0,0 1-1 0 0,-1-1 1 0 0,1 0-1 0 0,2 0 1 0 0,59-3 66 0 0,20 1-510 0 0,-69 3 330 0 0,42-4-931 0 0,-10-2 536 0 0,-35 4-47 0 0,0 1-136 0 0,31-3-560 0 0,-32 3-808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8:19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88,'0'0'2136,"-97"54"-1804,62-10-160,10-10-32,4 4 164,-9 19-176,17-19 84,-7 32-52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8:20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1 232,'0'0'5129,"-18"11"-4895,15-10-224,-12 9 51,-1-1 0,2 2 1,-1 0-1,1 1 0,1 0 1,0 1-1,1 1 0,-14 18 1,-147 275 844,163-286-798,-12 36 0,20-48-57,3 2-34,7 34-25,-2-27 25,12 10 18,-18-27-33,1 0 0,-1 0 0,1-1 0,0 1-1,-1 0 1,1 0 0,0 0 0,0-1 0,0 1 0,0 0 0,-1-1 0,1 1 0,0-1 0,0 1 0,2 0 0,9 6 9,-7-3-9,1 0 0,1-1 0,-1 0 0,0 0 1,1 0-1,0-1 0,-1 0 0,1 0 0,0-1 0,0 0 0,0 0 0,0-1 1,9 0-1,11 1-1,-2 1 4,1-2-1,49-6 0,-35 0 12,-1-1 0,0-2 1,0-2-1,-1-1 0,0-2 1,-1-2-1,-1-1 0,0-2 1,41-30-1,-72 46 10,0 0 0,-1-1 0,0 0 0,0 0 0,0 0-1,0 0 1,-1-1 0,5-6 0,2-4 36,-4 8 36,-1 0-1,0-1 0,0 1 0,-1-1 0,0-1 0,-1 1 1,5-12-1,-8 19-98,2-6 258,-6-53 238,3 49-257,-5 1 22,-15-27 10,20 35-243,0 1-1,1-1 0,-1 0 1,0 0-1,-1 1 1,1-1-1,0 0 1,0 1-1,-1-1 0,1 1 1,0 0-1,-1-1 1,0 1-1,1 0 0,-4-2 1,0 0 45,0-1 127,-5 0-21,1-2-124,6 4-31,-1 0 0,1 0-1,-1 0 1,1 1 0,-1-1 0,0 1 0,1 0 0,-1 0-1,0 0 1,-8 0 0,4 0 15,5 2-23,0-1-1,0-1 1,0 1-1,0 0 1,1-1-1,-1 1 1,0-1-1,0 0 0,0 0 1,-3-1-1,-9 4 24,-49 8-78,59-10 9,0 1 0,0-1 0,-1 1 0,1 0 0,0 1 0,1-1 0,-9 5 0,3-2-35,1-1-122,1 1 0,-1 0 0,1 0 0,0 1 0,0 0 0,0 0 0,-11 10 0,13-9 71,0-1-520,1 2-209,-16 21-685,16-21-989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8:3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48 160,'-3'-29'5167,"3"27"-4455,-6-9 1114,6 11-1807,0-1-1,0 1 1,0 0 0,-1 0 0,1-1 0,0 1-1,0 0 1,0 0 0,0-1 0,0 1-1,0 0 1,0 0 0,-1 0 0,1-1 0,0 1-1,0 0 1,0 0 0,0 0 0,-1 0 0,1-1-1,0 1 1,0 0 0,-1 0 0,1 0 0,0 0-1,0 0 1,-1 0 0,1 0 0,0 0-1,0-1 1,-1 1 0,1 0 0,0 0 0,0 0-1,-1 0 1,1 0 0,0 0 0,0 0 0,-1 1-1,1-1 1,0 0 0,0 0 0,-1 0 0,1 0-1,0 0 1,0 0 0,-1 0 0,1 1-1,-3 8-1267,1 0 0,0 0 0,-2 16 0,4-21-884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0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3 408 0 0,'0'0'9480'0'0,"20"0"-9315"0"0,61-2-20 0 0,-60 1-16 0 0,-11 9-12 0 0,4 2-72 0 0,-4-4-12 0 0,-1 0 0 0 0,-1 0 0 0 0,1 1 1 0 0,-1 1-1 0 0,0-1 0 0 0,11 15 0 0 0,-10-13-7 0 0,-6-6-11 0 0,1 1 0 0 0,-1 0 0 0 0,0 0 0 0 0,0 0 0 0 0,0 0-1 0 0,0 1 1 0 0,3 7 0 0 0,12 25 66 0 0,24 62-1 0 0,-16 22-12 0 0,-21-88-55 0 0,1 51 0 0 0,-3-25-7 0 0,-3-7 2 0 0,0-36-4 0 0,-1 0-1 0 0,4 25 1 0 0,1 2 2 0 0,-1-2-12 0 0,2 0 1 0 0,19 76-1 0 0,-17-90 7 0 0,-5-20-5 0 0,0 1 1 0 0,1 0 12 0 0,-2-5 21 0 0,0 0-1 0 0,0 0 0 0 0,0 1 0 0 0,-1-1 0 0 0,1 0 0 0 0,-1 0 1 0 0,0 5-1 0 0,-12-1-12 0 0,-35 17-47 0 0,45-23 21 0 0,0 0 0 0 0,1 0 0 0 0,-1-1 0 0 0,0 1-1 0 0,0 0 1 0 0,0-1 0 0 0,0 1 0 0 0,0-1 0 0 0,0 0 0 0 0,0 1 0 0 0,0-1-1 0 0,-2 0 1 0 0,-39 3-163 0 0,-130 6-1765 0 0,48-15-2574 0 0,117 5 1911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11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9461 0 0,'0'0'23'0'0,"6"-8"114"0"0,16-26-6 0 0,-16 26 189 0 0,-1 27-310 0 0,2 3-8 0 0,12 61 4 0 0,-12-51-21 0 0,5 34-1112 0 0,32 98 0 0 0,-27-129-1938 0 0,-12-27 2263 0 0,-1-1-1424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11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0 792 0 0,'0'0'6105'0'0,"-13"18"-5723"0"0,-41 60-36 0 0,50-71-292 0 0,-1 0 1 0 0,1 1-1 0 0,1-1 0 0 0,-1 0 0 0 0,1 1 0 0 0,1 0 0 0 0,-1 0 0 0 0,1 0 0 0 0,1 0 0 0 0,-1 0 0 0 0,1 15 0 0 0,0-15 10 0 0,0 0-42 0 0,-3 24 69 0 0,1 40 0 0 0,3-67-93 0 0,0 0-1 0 0,0 1 1 0 0,1-1-1 0 0,0 1 1 0 0,0-1 0 0 0,0 0-1 0 0,0 1 1 0 0,4 6-1 0 0,0 1-20 0 0,-4-7-2 0 0,0 0 0 0 0,1 0-1 0 0,-1 0 1 0 0,1 0 0 0 0,1 0-1 0 0,-1 0 1 0 0,6 8 0 0 0,0-2-23 0 0,-4-5-10 0 0,1 0 0 0 0,0-1 0 0 0,0 0 0 0 0,0 0 0 0 0,1 0 0 0 0,0 0 0 0 0,0-1 0 0 0,1 0 0 0 0,-1-1 0 0 0,9 5 0 0 0,-8-4 52 0 0,4 2-82 0 0,-6-4 28 0 0,0 1 0 0 0,1-1 0 0 0,-1 0 0 0 0,1 0-1 0 0,0-1 1 0 0,0 1 0 0 0,0-1 0 0 0,0-1 0 0 0,0 1 0 0 0,0-1 0 0 0,9 1 0 0 0,31 4-166 0 0,-20-7-2 0 0,-10 0 159 0 0,-8 1 27 0 0,-1-1 0 0 0,1 0-1 0 0,0 0 1 0 0,-1-1 0 0 0,1 0-1 0 0,11-4 1 0 0,-10 3 25 0 0,10-3 12 0 0,-1 0 0 0 0,0-2 0 0 0,0 0 0 0 0,-1-1 0 0 0,28-18 0 0 0,-34 21 50 0 0,-7 4-11 0 0,0-1 1 0 0,0 1-1 0 0,0-1 0 0 0,0 0 1 0 0,0 0-1 0 0,0 0 0 0 0,-1 0 0 0 0,0-1 1 0 0,4-4-1 0 0,29-33 620 0 0,-29 34-522 0 0,17-26 585 0 0,-7 7-225 0 0,-13 19 26 0 0,-4 5-444 0 0,0-1 0 0 0,1 1 1 0 0,-1-1-1 0 0,1 1 0 0 0,-1 0 1 0 0,1 0-1 0 0,0-1 0 0 0,0 1 0 0 0,0 0 1 0 0,0 0-1 0 0,3-4 0 0 0,-1 1 90 0 0,0-3 3670 0 0,-6 33-3810 0 0,1 5-32 0 0,-13 78-103 0 0,15-103 92 0 0,-12 68-1054 0 0,-3 91 0 0 0,15-141 543 0 0,-1 28-188 0 0,-2 3-4215 0 0,-1 13 1964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1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1000 0 0,'0'0'9836'0'0,"5"21"-9869"0"0,1 3-10 0 0,-1-6-101 0 0,-1 0 0 0 0,3 34 0 0 0,-7-42-2 0 0,0-6 40 0 0,0 0-1 0 0,1 0 1 0 0,-1 0-1 0 0,1 0 1 0 0,-1 0-1 0 0,1 0 1 0 0,0 0-1 0 0,3 6 1 0 0,7 23-788 0 0,-8-25-669 0 0,1-1-1000 0 0,16 28 195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12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122 183 14133 0 0,'31'-108'-132'0'0,"-30"102"151"0"0,1-6 4 0 0,4-33-9 0 0,-4 33 42 0 0,-12 40-309 0 0,-63 222-196 0 0,0 159-2855 0 0,67-372 1751 0 0,4-13 972 0 0,3 12-2614 0 0,-1-34 2992 0 0,1 49-2372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1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228 208 11101 0 0,'17'-28'13'0'0,"-11"20"16"0"0,-1-1 1 0 0,0 0-1 0 0,0-1 1 0 0,-1 1-1 0 0,0-1 0 0 0,-1 0 1 0 0,3-15-1 0 0,3-21 688 0 0,-4 11-606 0 0,-4 27 227 0 0,-16 33-308 0 0,-97 165 7 0 0,105-177-36 0 0,-33 56-47 0 0,3 3-1 0 0,-41 112 1 0 0,76-179 27 0 0,0 0 0 0 0,1 0 0 0 0,0 0 0 0 0,0 0-1 0 0,0 0 1 0 0,1 1 0 0 0,0 5 0 0 0,-1 2-14 0 0,2 8-63 0 0,0-9 67 0 0,-1-8 13 0 0,0 1 1 0 0,1 0-1 0 0,-1 0 1 0 0,1-1-1 0 0,0 1 1 0 0,1 0-1 0 0,-1-1 1 0 0,4 7-1 0 0,-1 0-15 0 0,-2-3 12 0 0,1 0-1 0 0,0-1 1 0 0,0 0 0 0 0,1 0 0 0 0,0 0-1 0 0,0 0 1 0 0,0-1 0 0 0,10 11-1 0 0,15 15-31 0 0,-14-19 3 0 0,-7-7 33 0 0,-5-3 9 0 0,-1-1 1 0 0,1 0-1 0 0,1 0 0 0 0,-1 0 1 0 0,0-1-1 0 0,0 1 0 0 0,1-1 1 0 0,-1 0-1 0 0,1 0 0 0 0,3 1 1 0 0,2 2-4 0 0,-5-2 10 0 0,0-1 0 0 0,1 1 0 0 0,-1-1 1 0 0,0 0-1 0 0,1 0 0 0 0,-1 0 0 0 0,6 0 0 0 0,32 4 639 0 0,-38-17-750 0 0,11-35-130 0 0,-11 35-144 0 0,-22 7-1784 0 0,-53-17 422 0 0,43 15-1132 0 0,-22 3 220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8:2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0 352,'0'0'7831,"1"25"-7564,2 111 106,-3-63-310,-2 3-475,0-62 300,1-7-2,1 0 0,-1 0 0,1-1 1,0 1-1,0 0 0,3 12 0,5 41-1956,-4-30-10,-3-22 157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8:21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12,'0'0'1638,"7"-14"-946,22-44-66,-29 57-604,1 0-1,-1 0 0,0 0 0,1 0 1,-1 0-1,0 0 0,1 0 1,-1 1-1,1-1 0,-1 0 0,1 0 1,0 1-1,-1-1 0,1 0 1,0 1-1,0-1 0,-1 0 0,1 1 1,0-1-1,0 1 0,0 0 1,0-1-1,-1 1 0,1-1 0,0 1 1,1 0-1,13-5 185,0 0 34,0 1 1,1 0-1,0 2 0,31-3 0,-25 3-109,5 0 66,0 0 1,29 4-1,-39-1-42,1 1 0,0 1-1,32 11 1,-24-7 26,-23-6-151,1 0 1,-1 0-1,0 0 0,1 0 0,-1 0 0,0 1 0,0-1 0,0 1 0,0 0 1,0 0-1,2 3 0,3 1 35,-3-4-28,-1 1-1,1-1 1,-1 1 0,0 0-1,1 1 1,-2-1 0,7 7-1,-2-2 18,-7-7-45,0 0 1,0 0-1,0 0 1,0-1-1,0 1 0,0 0 1,0 0-1,-1 0 1,1 0-1,0 0 1,-1 0-1,1 1 1,-1-1-1,1 0 1,0 2-1,6 13 53,-3-8-19,1 1-1,-2 0 0,1 0 0,-1 1 0,-1-1 0,0 1 0,2 14 0,-1-9 1,-2-8-14,1 1 0,-2-1 0,1 1 0,-1 0 0,-1 12 0,0 15 51,1-27 1,0 2-6,-1 28-12,1-28-1,0-2-6,3 23-5,-3-30-48,0 0-1,0-1 1,0 1-1,0 0 1,0-1-1,1 1 1,-1 0-1,0-1 1,0 1-1,0 0 1,1-1 0,-1 1-1,0 0 1,1-1-1,-1 1 1,1-1-1,-1 1 1,1-1-1,0 2 1,3 4 10,-3-4-8,0 0 0,0 0 0,1 0 0,-1 0 0,0 0 0,1-1-1,0 1 1,-1 0 0,1-1 0,0 1 0,0-1 0,0 0 0,0 0 0,4 2-1,8 6 18,-6-3-12,1 0 0,0-1 1,0-1-1,0 1 0,1-1 1,16 4-1,227 51-2600,-183-48 273,-16-8 175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8:2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1005 2850 360,'0'0'1595,"-12"-5"-1217,-35-15-34,35 15 312,5 2-325,-19-12-23,20 11 502,0 0-568,-20-13-21,19 13 317,-1 0-395,-24-13-13,24 13 87,-2 2-125,-29-10 1,30 9-14,-1 1-18,-44-12 69,9-1 87,36 12-177,-24-13 170,-5-9 47,30 22-219,6 2-22,0 0-1,-1 0 1,1 0-1,0 0 1,-1-1-1,1 1 1,0-1-1,0 1 1,0-1-1,1 0 1,-1 0 0,-3-4-1,-14-16 109,14 16 13,-1 0 5,-41-50 246,43 51-271,-1-2-18,-107-124 297,85 105-330,0 1-37,-19-19 44,3-3-1,-53-74 1,88 108-20,-6-16 0,4-1 57,5 19-76,-9-35 146,-6-28 86,19 66-188,0-3 2,2-1-52,0 6-10,-1 0 0,0 0 0,0 0 1,0 1-1,-1-1 0,-2-10 0,-3-13 49,5 21-7,1-5-2,-2-64 54,2 21 11,-1 39-112,2-50 38,3 1 5,-2 12-15,5 3-6,-1 20-20,-4 24-3,-1-3 1,0-1-7,-1 6-2,0 0 0,0 1 1,1-1-1,0 1 0,0-1 0,0 1 1,0-1-1,3-4 0,12-34 45,-2 13-31,-11 22-4,1 0-7,-1-2-4,16-29 6,4-1 6,-1 0-5,5-4-12,-24 40 3,34-62-21,65-87 1,-84 128 7,31-33 0,-24 32 7,0-2 3,8-6-7,1-1 1,3 0 21,8-5 18,-14 8-26,14-9 2,-6 10 7,-2 0-19,-12 14 13,-19 13 1,1-1-3,20-13-6,-21 13 14,1 0-5,21-15-14,-21 14 4,0 3 8,19-13-2,-20 13 4,1 0-7,21-10-2,-21 10 2,2-1 8,35-17-3,-27 15-4,24-13 0,-10 4 4,1 2-1,35-10 1,-53 19-2,0-1-1,0 0 1,20-10 0,11-4 0,191-74 16,-229 91-13,2-1-2,26-7-7,-27 7 0,0 1-9,21-6 2,-22 6-1,2 0-14,25-5 30,-25 5-10,3 3-14,35 4 12,-27 0 3,11 10 0,-23-11-10,0 1 5,12 9 0,0 0-1,-1 2 1,31 32-1,-17-10-5,-3 0 13,-23-31 0,20 26-12,-22-24 9,19 26-22,12 9 1,-17-17 13,-1 1 0,-2 1 0,0 0 1,-2 1-1,14 43 0,-24-58-2,-1-1 1,0 1-1,0 0 1,0 24-1,-3-27 11,3 27-15,-4-4-5,2 2 8,-1-28-13,-3 52-9,3-49 20,0-3-5,0 28-2,0-28-2,0 0-30,0 26 25,0-26 10,5 33-20,-3-33 12,-2 1-20,3 33 9,-2-33-17,0 0-13,3 46-42,-3-24 56,-1-24 1,0 4 8,-2 34-21,1-34-27,0-1 0,-9 79-171,8-83 186,2 4 0,-2 31 19,1-32 2,-1-2-5,-12 40-149,-5 31 60,17-72 126,0 3-14,-5 30 20,5-30-6,0-1 8,-8 36 6,-2-8-12,10-30 6,-1 3 11,-1 2 4,-11 32-35,-14 23-53,26-60 70,0 1 4,-15 39-41,6-18 50,8-22-3,1 0-10,-10 18 16,10-18 0,-1 0-34,-10 21 21,11-21 12,-2-1 5,-12 21 4,10-13-9,-5 14-6,-22 38 19,28-56-12,2-3 15,1 2-6,-11 25-12,-2-2 13,11-26-7,1 0-5,2 2 17,-8 22-12,8-22-2,0 0-1,-4 23 11,4-23 1,0-1-23,-5 22 20,5-21-10,-1 0 7,-7 25-9,7-24 17,-1-3-7,-10 22-23,11-21 212,-1-2-109,-10 18 12,11-17 399,-7-3-464,0 1-58,7-3-37,0 1-1,-1-1 0,1 0 1,0 0-1,-1 0 0,0-1 0,1 1 1,-1-1-1,1 0 0,-1 0 1,-6 0-1,-2-1-167,-5 1-39,-3 0-3531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2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81 532 0 0,'0'0'1832'0'0,"7"-8"-1336"0"0,22-24-48 0 0,-28 31-428 0 0,-1 0 1 0 0,1 1-1 0 0,0-1 0 0 0,-1 0 0 0 0,1 1 0 0 0,0-1 0 0 0,-1 0 0 0 0,1 1 0 0 0,0-1 0 0 0,0 1 0 0 0,0-1 1 0 0,-1 1-1 0 0,1-1 0 0 0,0 1 0 0 0,0 0 0 0 0,0-1 0 0 0,0 1 0 0 0,0 0 0 0 0,1 0 0 0 0,9-4 105 0 0,40-4 438 0 0,359-10 787 0 0,-376 18-1178 0 0,60 6 0 0 0,-71-3-99 0 0,2 0 29 0 0,16 3-21 0 0,-3 4 24 0 0,19 3 63 0 0,-4 1-99 0 0,-5 0-3 0 0,-18-5-33 0 0,-22-7 2 0 0,1 0-2 0 0,29 7-6 0 0,-29-7-2 0 0,-1 0-21 0 0,40 9 121 0 0,-38-11-114 0 0,-6 0-10 0 0,-1 0 0 0 0,1 0 0 0 0,-1 1 0 0 0,1-1 0 0 0,-1 1 0 0 0,1-1 0 0 0,-1 1 0 0 0,0 0-1 0 0,1 1 1 0 0,5 2 0 0 0,21 9-2 0 0,-23-10 2 0 0,-3 2-3 0 0,30 56-6 0 0,-2 28 58 0 0,-20-54-51 0 0,-4-6-2 0 0,19 79-2 0 0,-24-95 4 0 0,-2-5-7 0 0,0 3 8 0 0,4 54-15 0 0,-3-35 15 0 0,-3-10-8 0 0,-8 37 1 0 0,-9 5-23 0 0,16-52 25 0 0,-13 29 5 0 0,-9 9-7 0 0,3-4-27 0 0,-12 19 20 0 0,31-57 10 0 0,-1 2-10 0 0,-1 0 8 0 0,3-5 2 0 0,-1 1 0 0 0,1-1 0 0 0,0 1-1 0 0,0-1 1 0 0,0 1 0 0 0,0-1 0 0 0,1 1 0 0 0,-1-1-1 0 0,1 7 1 0 0,-3 25 4 0 0,2-26-6 0 0,0 0-6 0 0,-4 27 25 0 0,3-27-8 0 0,1 0-21 0 0,-3 28 2 0 0,3-28 2 0 0,-1-1-54 0 0,-6 23 52 0 0,6-23-12 0 0,0 0-66 0 0,-1 0 96 0 0,2-6 20 0 0,0 1-1 0 0,0 0 1 0 0,0 0-1 0 0,1 0 0 0 0,-1-1 1 0 0,0 1-1 0 0,1 0 1 0 0,0 5-1 0 0,-10-7 12 0 0,-31 5 15 0 0,31-4-15 0 0,-3-4-2 0 0,-35-4-1 0 0,35 5 7 0 0,0-1 7 0 0,-38-5 3 0 0,38 6 21 0 0,1-1 31 0 0,-34-6 4 0 0,34 6 3 0 0,3 0 0 0 0,-47-12 309 0 0,6 4-60 0 0,13-1-315 0 0,28 8-2 0 0,-2 4 2 0 0,-29-1-7 0 0,29 1-10 0 0,-3 0 9 0 0,-69 7 18 0 0,11-2-10 0 0,4-2-17 0 0,31-2-18 0 0,28-1 5 0 0,-3-1 0 0 0,-57-1 77 0 0,30-2-47 0 0,30 2 248 0 0,-1 0-268 0 0,-28-2-1 0 0,29 2 21 0 0,1-2-18 0 0,-26-9 5 0 0,26 9 47 0 0,2-1-25 0 0,-15-12 2 0 0,16 11 81 0 0,0-1-60 0 0,-14-22 2 0 0,15 22 58 0 0,0-1-75 0 0,-11-21-11 0 0,12 21 25 0 0,-2 0-33 0 0,-13-20-16 0 0,13 20 26 0 0,0 2-28 0 0,-13-14-6 0 0,13 15 1 0 0,0-2-8 0 0,-14-14 6 0 0,14 15 30 0 0,1-2-27 0 0,-13-19 0 0 0,12 19 21 0 0,4-15-21 0 0,-5-11 27 0 0,5 22-36 0 0,0 7-6 0 0,0-1 0 0 0,0 1 0 0 0,1-1-1 0 0,0 1 1 0 0,0 0 0 0 0,0-1 0 0 0,1 1 0 0 0,1-9-1 0 0,5-32-8 0 0,-6 33-8 0 0,0 4 6 0 0,3-25 15 0 0,-4 24-4 0 0,3 0 3 0 0,-1-1-3 0 0,12-33 2 0 0,3 1-6 0 0,22-36-10 0 0,-10 15 1 0 0,-13 23 10 0 0,-11 27 2 0 0,8-31 19 0 0,-2-7 6 0 0,-8 41-22 0 0,-2 6 1 0 0,0 0 1 0 0,0 0-1 0 0,0 0 0 0 0,-1 0 1 0 0,0 0-1 0 0,1 0 1 0 0,-1 1-1 0 0,-1-1 1 0 0,0-6-1 0 0,-1-27 8 0 0,2 27 40 0 0,2 2-75 0 0,6-24 1 0 0,-8 32 20 0 0,0-1 0 0 0,1 0 0 0 0,-1 1 0 0 0,0-1 0 0 0,0 0-1 0 0,0 1 1 0 0,1-1 0 0 0,-1 0 0 0 0,0 1 0 0 0,1-1 0 0 0,-1 1 0 0 0,0-1 0 0 0,1 1-1 0 0,-1-1 1 0 0,1 1 0 0 0,-1-1 0 0 0,1 1 0 0 0,-1-1 0 0 0,1 1 0 0 0,-1 0-1 0 0,1-1 1 0 0,-1 1 0 0 0,2-1 0 0 0,6-5-1 0 0,27-16-16 0 0,34-11-11 0 0,-62 30 19 0 0,-6 3 9 0 0,0 0 0 0 0,0 0 0 0 0,1 0-1 0 0,-1 0 1 0 0,0 0 0 0 0,1 0-1 0 0,-1-1 1 0 0,0 1 0 0 0,0 0 0 0 0,1-1-1 0 0,-1 1 1 0 0,0-1 0 0 0,0 1 0 0 0,0-1-1 0 0,1 0 1 0 0,0-1 0 0 0,0 1-20 0 0,0 0-1 0 0,0-1 1 0 0,0 1 0 0 0,1 0 0 0 0,-1 0-1 0 0,0 1 1 0 0,0-1 0 0 0,0 0 0 0 0,1 1 0 0 0,-1-1-1 0 0,0 1 1 0 0,1 0 0 0 0,-1 0 0 0 0,0 0-1 0 0,4 0 1 0 0,36-2-196 0 0,-31 1-67 0 0,2 4-1108 0 0,38 10 640 0 0,-38-10-673 0 0,-4 0-939 0 0,36 11 179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3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1079 909 360 0 0,'0'0'3428'0'0,"-21"8"-3410"0"0,-62 23 10 0 0,62-23 7 0 0,13-5-9 0 0,-23 7 6 0 0,23-7 159 0 0,0-1-165 0 0,0 1-25 0 0,3-2 19 0 0,1 0 0 0 0,0 0 0 0 0,0 0 0 0 0,-1 0 0 0 0,1 0 0 0 0,-1-1-1 0 0,-4 0 1 0 0,-30 3 10 0 0,29-3-16 0 0,-2 1 0 0 0,-59 4 16 0 0,13-5 46 0 0,-8-1 144 0 0,49 1-190 0 0,7 0-1 0 0,0-1 0 0 0,0 0 0 0 0,0 0 0 0 0,-11-3-1 0 0,-33-7 209 0 0,-8 0 266 0 0,28 4-420 0 0,26 5 157 0 0,1-1-164 0 0,-38-15 135 0 0,-122-54 28 0 0,163 70-223 0 0,-26-13 52 0 0,9-2 64 0 0,-3 0-5 0 0,18 13 0 0 0,0-2 16 0 0,-16-18 2 0 0,16 18-4 0 0,4-1-14 0 0,-10-19-17 0 0,10 20 88 0 0,1-3-115 0 0,-2-25-18 0 0,2 25 157 0 0,2-3-178 0 0,6-56 145 0 0,-7 55-184 0 0,0 6 1 0 0,0 0-1 0 0,1 1 1 0 0,0-1-1 0 0,0 0 1 0 0,3-10 0 0 0,9-34 26 0 0,-12 42-24 0 0,10-26 44 0 0,8-10 6 0 0,3 0-4 0 0,16-23 18 0 0,-16 31-46 0 0,-19 31-18 0 0,1 0-12 0 0,13-18 13 0 0,-12 18 10 0 0,-2-1 0 0 0,10-20-7 0 0,-12 26-12 0 0,0-1 0 0 0,-1 0 0 0 0,1 0 0 0 0,0 1 0 0 0,0-1 0 0 0,1 0 0 0 0,-1 1 0 0 0,0-1 0 0 0,0 1 0 0 0,1-1 0 0 0,-1 1 0 0 0,1 0 0 0 0,-1 0 0 0 0,1-1 0 0 0,0 1 0 0 0,2-1 0 0 0,1-1-1 0 0,-2 0-1 0 0,-1 1 0 0 0,1-1 1 0 0,0 1-1 0 0,0 0 0 0 0,1 0 0 0 0,-1 0 1 0 0,6-3-1 0 0,-1 1 4 0 0,-1 0 10 0 0,2-1-8 0 0,42-23-25 0 0,-43 24 18 0 0,27-12-1 0 0,86-24-20 0 0,-113 38 18 0 0,2 0-16 0 0,30-6 2 0 0,-30 6 6 0 0,0 1-25 0 0,32 0-4 0 0,-31 1 38 0 0,1 1-4 0 0,60 6-8 0 0,-26-3 13 0 0,-34-4 12 0 0,0 0-1 0 0,3-1-4 0 0,39 2 1 0 0,-2 3-11 0 0,-37-4 4 0 0,-7-1-1 0 0,1 2 0 0 0,0-1 0 0 0,0 1 1 0 0,11 3-1 0 0,21 2-8 0 0,-31-4 3 0 0,-2 1 0 0 0,1-1 7 0 0,28 13-24 0 0,3 6-24 0 0,2 3 17 0 0,5 5-15 0 0,89 45-66 0 0,-57-28 35 0 0,-44-24 19 0 0,-13-3 3 0 0,0-1 20 0 0,-17-13-12 0 0,-1 3-5 0 0,10 25 7 0 0,-11-25 10 0 0,-3 2 10 0 0,-2 28 5 0 0,1-29-10 0 0,-4 2 14 0 0,1 3 11 0 0,2-7 1 0 0,-1 0 0 0 0,1-1 0 0 0,-1 0 0 0 0,0 1 0 0 0,-1-1 0 0 0,-4 7 0 0 0,-22 34-45 0 0,25-37 43 0 0,2-5 2 0 0,0 0 0 0 0,0-1 1 0 0,0 1-1 0 0,0-1 1 0 0,-1 0-1 0 0,-5 6 0 0 0,-28 29-5 0 0,-19 14 1 0 0,50-48 13 0 0,1-1 7 0 0,-18 12 7 0 0,17-12 30 0 0,0 0-27 0 0,-1 1-19 0 0,-23 14 32 0 0,4-7-21 0 0,19-8 16 0 0,-1 0-13 0 0,-26 14-18 0 0,26-13 7 0 0,1-2 3 0 0,-23 11-2 0 0,23-11 37 0 0,0 0-52 0 0,-19 9 10 0 0,19-9 2077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3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979 1140 304 0 0,'-16'2'462'0'0,"-74"8"394"0"0,57-7-426 0 0,25-3 16 0 0,-4 0 3 0 0,-3 1-296 0 0,-6-1 22 0 0,-3 0 732 0 0,-1-2-437 0 0,1-5-333 0 0,10 3-24 0 0,1 1 218 0 0,3 0-23 0 0,-2 1-215 0 0,7 2-39 0 0,0-1 0 0 0,0 0 0 0 0,0-1 1 0 0,0 1-1 0 0,1-1 0 0 0,-1 0 0 0 0,-7-4 0 0 0,-31-14 378 0 0,-4 2-82 0 0,-6-3-62 0 0,-101-42 103 0 0,120 49-264 0 0,-49-30 0 0 0,73 39-114 0 0,-8-6 35 0 0,1 0 0 0 0,-22-19 1 0 0,24 18 0 0 0,11 9-34 0 0,0 1 0 0 0,1-1 0 0 0,0 0 0 0 0,-1 0 0 0 0,1 0 0 0 0,0-1 0 0 0,1 1 0 0 0,-5-8 0 0 0,0 1 11 0 0,-18-25 92 0 0,21 26-95 0 0,1 6-12 0 0,1 0-1 0 0,0 0 0 0 0,0 0 0 0 0,1 0 1 0 0,-1 0-1 0 0,1-1 0 0 0,0 1 0 0 0,-1-1 0 0 0,0-4 1 0 0,0-2 6 0 0,-8-28 64 0 0,8 29-66 0 0,0 1 27 0 0,3-3-2 0 0,-1-2-26 0 0,-1 6 1 0 0,1 0 0 0 0,1-1 0 0 0,-1 1 0 0 0,1 0 0 0 0,2-9 0 0 0,5-24 20 0 0,-8 37-31 0 0,0 0 0 0 0,0 0 0 0 0,1 1-1 0 0,-1-1 1 0 0,1 0 0 0 0,-1 1 0 0 0,1-1 0 0 0,0 0 0 0 0,0 1-1 0 0,1-1 1 0 0,-1 1 0 0 0,2-4 0 0 0,11-13 26 0 0,8-19 0 0 0,5-9-11 0 0,-20 37-19 0 0,12-9 10 0 0,11-13-4 0 0,19-6 2 0 0,1 0-10 0 0,1 3-1 0 0,2 2 0 0 0,1 2 0 0 0,1 3 0 0 0,84-31 0 0 0,-73 33-8 0 0,-28 8 8 0 0,-24 14 4 0 0,33-8-5 0 0,-5-3-5 0 0,-34 12 3 0 0,4 2 1 0 0,52-10-5 0 0,-32 6 0 0 0,-24 3-1 0 0,5 2 6 0 0,36-1-12 0 0,-36 1 16 0 0,-2 0 7 0 0,3 0-3 0 0,40 6-17 0 0,-41-5 9 0 0,-7-1 3 0 0,-1 1-1 0 0,1-1 1 0 0,0 1-1 0 0,-1 1 0 0 0,0-1 1 0 0,1 1-1 0 0,8 3 1 0 0,39 16-23 0 0,56 33 5 0 0,-89-43 18 0 0,-1 1 1 0 0,0 1 0 0 0,-1 0-1 0 0,20 20 1 0 0,-21-17-5 0 0,-11-11 1 0 0,-1 1 1 0 0,1-1-1 0 0,-1 1 1 0 0,0 1-1 0 0,0-1 1 0 0,-1 1-1 0 0,4 7 1 0 0,28 56-74 0 0,-3 0 0 0 0,25 81 0 0 0,-37-67 16 0 0,-8-24 36 0 0,-12-56 24 0 0,0-1 0 0 0,0 0 0 0 0,0 1 0 0 0,-1-1-1 0 0,1 0 1 0 0,-1 1 0 0 0,0-1 0 0 0,0 1-1 0 0,0-1 1 0 0,-1 0 0 0 0,0 5 0 0 0,-1 2-3 0 0,2-2-10 0 0,-3 4-1 0 0,1 2 12 0 0,1-9 2 0 0,0 1 1 0 0,0-1-1 0 0,0 0 0 0 0,-1 1 0 0 0,1-1 0 0 0,-1 0 0 0 0,-1 0 1 0 0,-2 5-1 0 0,-9 20-4 0 0,4-16 7 0 0,-30 24 12 0 0,-3-1 30 0 0,36-30-38 0 0,5-4-2 0 0,-1 0 0 0 0,0-1-1 0 0,0 1 1 0 0,0-1 0 0 0,0 1 0 0 0,0-1-1 0 0,0 0 1 0 0,-1 0 0 0 0,-6 2 0 0 0,-62 32 55 0 0,66-32-50 0 0,0-1 9 0 0,-19 11-2 0 0,19-11-7 0 0,-1 0-16 0 0,-19 9 7 0 0,20-9 5 0 0,3-3-1199 0 0,0 1 1162 0 0,1-1 1 0 0,-1 0-1 0 0,0 1 0 0 0,1 0 1 0 0,-1-1-1 0 0,0 1 1 0 0,1 0-1 0 0,-1 1 0 0 0,-3 1 1 0 0,-1 1-34 0 0,-2-1-135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7:5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71 720,'0'0'7524,"3"-12"-6547,9-35-98,-9 35 4321,-9 43-4972,0 11-148,0-1 86,-17 60-1,8-50 105,7-23-255,0-1 0,2 2 1,-3 31-1,5-5-457,0-2-410,1-19 224,2-26-134,2 2-142,2 30-276,-2-30-968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307 202 600 0 0,'2'-15'1073'0'0,"12"-60"1020"0"0,-14 73-1944 0 0,1-1-1 0 0,-1 0 0 0 0,0 0 0 0 0,0 0 1 0 0,0 0-1 0 0,0 1 0 0 0,0-1 1 0 0,-1 0-1 0 0,1 0 0 0 0,-3-5 0 0 0,1 0 148 0 0,1-1 2250 0 0,1 6-2449 0 0,0 1 0 0 0,-1-1 1 0 0,0 0-1 0 0,1 1 0 0 0,-1-1 0 0 0,0 1 1 0 0,0 0-1 0 0,0-1 0 0 0,-1 1 0 0 0,1 0 1 0 0,-3-3-1 0 0,0-2 104 0 0,0-1 872 0 0,-6 7-623 0 0,-31-7-43 0 0,31 6 306 0 0,-8 10-415 0 0,-4 1-201 0 0,2-1 41 0 0,1 1 1 0 0,-37 22 0 0 0,53-29-100 0 0,-1 0 0 0 0,1 1 0 0 0,0-1 1 0 0,-1 1-1 0 0,1-1 0 0 0,1 1 0 0 0,-1 0 1 0 0,-3 5-1 0 0,-1-1 22 0 0,-19 24 216 0 0,20-23-225 0 0,4-6-34 0 0,0 0 0 0 0,0 0 0 0 0,0 1 0 0 0,1-1 0 0 0,-1 1 0 0 0,1 0-1 0 0,-1-1 1 0 0,1 1 0 0 0,0 0 0 0 0,0 0 0 0 0,-1 5 0 0 0,0 0 18 0 0,0-6-26 0 0,1 0 0 0 0,0 0 0 0 0,0 1-1 0 0,1-1 1 0 0,-1 0 0 0 0,0 0 0 0 0,1 1-1 0 0,-1-1 1 0 0,1 0 0 0 0,0 1 0 0 0,0-1-1 0 0,0 1 1 0 0,0 3 0 0 0,1 1 7 0 0,-2 0 13 0 0,6 7-67 0 0,14 41-33 0 0,-19-54 64 0 0,0 1 0 0 0,0-1 0 0 0,1 0 1 0 0,-1 0-1 0 0,1 0 0 0 0,-1 0 0 0 0,1 1 0 0 0,-1-1 0 0 0,1 0 1 0 0,0 0-1 0 0,-1 0 0 0 0,1 0 0 0 0,0 0 0 0 0,0 0 0 0 0,0-1 0 0 0,1 2 1 0 0,4 5-30 0 0,-4-4 19 0 0,1-1 1 0 0,-1 1-1 0 0,1-1 0 0 0,-1 0 1 0 0,1 0-1 0 0,0 0 0 0 0,0 0 1 0 0,0 0-1 0 0,0-1 1 0 0,6 2-1 0 0,-1 2-9 0 0,7 2-22 0 0,0 1 1 0 0,0-2 0 0 0,1 0 0 0 0,0-1-1 0 0,1 0 1 0 0,-1-2 0 0 0,18 3 0 0 0,-13-3 12 0 0,-5 0 6 0 0,0-1 0 0 0,0 0 0 0 0,0-1 0 0 0,0-1 0 0 0,18-2 0 0 0,-17 2 11 0 0,-8 1 5 0 0,0-2 1 0 0,1 1-1 0 0,-1-1 1 0 0,0-1-1 0 0,16-4 1 0 0,-3 2-3 0 0,-1 0-2 0 0,1-1 1 0 0,31-11-1 0 0,-16 3 43 0 0,-28 10 61 0 0,0-1 50 0 0,29-9 54 0 0,-29 9 47 0 0,-4 0 1 0 0,15-12 21 0 0,-15 12 1564 0 0,-1-1-1592 0 0,13-15-33 0 0,-13 15 724 0 0,-17 23-1305 0 0,-40 52 251 0 0,40-52-3 0 0,22-7-403 0 0,24 32 412 0 0,-32-42 119 0 0,-1 0 0 0 0,1-1 0 0 0,-1 1 0 0 0,1 0 0 0 0,-1 0 0 0 0,1 0 0 0 0,0-1 0 0 0,0 1 0 0 0,-1 0 1 0 0,1-1-1 0 0,0 1 0 0 0,0-1 0 0 0,0 1 0 0 0,-1-1 0 0 0,1 1 0 0 0,0-1 0 0 0,0 1 0 0 0,0-1 0 0 0,0 0 0 0 0,0 0 0 0 0,0 1 0 0 0,2-1 0 0 0,10 4-33 0 0,-6-2 8 0 0,0 0 0 0 0,0-1 0 0 0,1 0 0 0 0,-1 0 0 0 0,14 0 0 0 0,33 1-103 0 0,90-8 0 0 0,61-26-73 0 0,-95 8 146 0 0,-70 10 142 0 0,-32 9-52 0 0,0 2 99 0 0,-3 0 61 0 0,-1 0-100 0 0,-2 1-31 0 0,-1 1 0 0 0,1-1 0 0 0,-1 1 0 0 0,1 0 0 0 0,0 0 0 0 0,-1 0-1 0 0,1 0 1 0 0,0 0 0 0 0,0 1 0 0 0,0-1 0 0 0,-1 0 0 0 0,4 0 0 0 0,-2-6 193 0 0,13-20 7 0 0,-12 20 1113 0 0,-8-5-1250 0 0,-9-35-11 0 0,10 35 157 0 0,-5 40-313 0 0,-23 90 4 0 0,27-102 26 0 0,1-1-1 0 0,1 1 0 0 0,0 0 0 0 0,1 0 0 0 0,1 0 1 0 0,2 19-1 0 0,-1-17 9 0 0,6 58-33 0 0,-3-44-13 0 0,-1 37-1 0 0,22 185-41 0 0,-23-243 97 0 0,0 0-15 0 0,0 0 0 0 0,-1 1 0 0 0,-1-1 1 0 0,-1 22-1 0 0,1-31 13 0 0,0 0 0 0 0,-1 1 0 0 0,1-1 0 0 0,-1 1 0 0 0,1-1 0 0 0,-1 0 0 0 0,0 0 0 0 0,0 1 0 0 0,0-1 0 0 0,0 0 0 0 0,0 0 0 0 0,-1 0 0 0 0,1 0 0 0 0,-1 0 0 0 0,1 0 0 0 0,-1-1 0 0 0,0 1-1 0 0,1 0 1 0 0,-1-1 0 0 0,0 1 0 0 0,0-1 0 0 0,0 0 0 0 0,0 1 0 0 0,-1-1 0 0 0,1 0 0 0 0,0 0 0 0 0,0-1 0 0 0,-1 1 0 0 0,1 0 0 0 0,0-1 0 0 0,-4 1 0 0 0,-21 0-61 0 0,-36-3 0 0 0,58 2-110 0 0,-9-3-89 0 0,-43-7-91 0 0,42 7-110 0 0,2 1-154 0 0,-60-10-1198 0 0,44 6 444 0 0,21 4-1113 0 0,4-3-1606 0 0,-21-20 312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7:58.871"/>
    </inkml:context>
    <inkml:brush xml:id="br0">
      <inkml:brushProperty name="width" value="0.05" units="cm"/>
      <inkml:brushProperty name="height" value="0.05" units="cm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1" timeString="2024-02-03T10:07:58.872"/>
    </inkml:context>
  </inkml:definitions>
  <inkml:trace contextRef="#ctx0" brushRef="#br0">18 94 15805,'0'0'-124,"-3"-16"77,-9-46 64,9 46 49</inkml:trace>
  <inkml:trace contextRef="#ctx1" brushRef="#br0">178 384 1136 0 0,'0'0'7241'0'0,"-68"36"-7457"0"0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4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1713 1670 480 0 0,'0'0'2736'0'0,"-4"2"-680"0"0,-30 18-1875 0 0,28-17-142 0 0,-163 91 841 0 0,143-82-657 0 0,1-2 0 0 0,-1-1 0 0 0,-1 0-1 0 0,1-2 1 0 0,-30 3 0 0 0,23-8 46 0 0,-1-2 0 0 0,0-2 0 0 0,1 0 0 0 0,-67-16 1 0 0,86 16-221 0 0,-155-37 404 0 0,-239-87 0 0 0,373 113-411 0 0,1-1 1 0 0,0-1 0 0 0,-38-25 0 0 0,53 27-28 0 0,1 0 1 0 0,0 0-1 0 0,1-2 1 0 0,1 0-1 0 0,0-1 1 0 0,-20-26-1 0 0,20 23 3 0 0,11 14-9 0 0,1 0-1 0 0,0 0 1 0 0,0-1-1 0 0,0 1 1 0 0,-4-9-1 0 0,-20-38 35 0 0,-42-123 39 0 0,68 172-81 0 0,1 0-1 0 0,-1 0 1 0 0,1-1-1 0 0,0 1 1 0 0,-1 0 0 0 0,1-1-1 0 0,1 1 1 0 0,-1-1 0 0 0,0-3-1 0 0,-3-29-21 0 0,-6-36 37 0 0,8 62-16 0 0,1 5 0 0 0,0 0 0 0 0,1 0 0 0 0,-1 0 0 0 0,1 1 0 0 0,0-1 0 0 0,1 0 0 0 0,0-5 0 0 0,4-38 5 0 0,-2 28-3 0 0,-3 11 1 0 0,1 0-1 0 0,1 0 0 0 0,0 0 0 0 0,0 1 1 0 0,0-1-1 0 0,1 1 0 0 0,1 0 0 0 0,-1 0 0 0 0,7-10 1 0 0,6-11-1 0 0,73-116 13 0 0,18-24 0 0 0,-93 146-17 0 0,-4 11-4 0 0,21-17 3 0 0,5-4-8 0 0,-26 24 7 0 0,31-17-22 0 0,295-137-16 0 0,-264 138 39 0 0,-29 12-3 0 0,4 1-4 0 0,3 1 15 0 0,16-5-19 0 0,-19 5 18 0 0,74-13 8 0 0,-64 16-14 0 0,30-4-23 0 0,112-8 2 0 0,-90 12 3 0 0,0 5 0 0 0,0 4 1 0 0,168 25-1 0 0,-244-21 4 0 0,64 20 1 0 0,-90-22 11 0 0,23 8-15 0 0,35 18-1 0 0,-27-6 8 0 0,-29-17 11 0 0,-7-5 0 0 0,1 1 0 0 0,0-1 0 0 0,-1 1 0 0 0,0 0 1 0 0,1 0-1 0 0,-1 0 0 0 0,0 0 0 0 0,0 0 0 0 0,0 0 0 0 0,0 0 1 0 0,3 6-1 0 0,-1-1-1 0 0,1-2-1 0 0,-1-1 0 0 0,0 1 0 0 0,0 1 1 0 0,-1-1-1 0 0,1 1 0 0 0,-1-1 1 0 0,0 1-1 0 0,-1 0 0 0 0,5 12 1 0 0,3 12-8 0 0,6 17 3 0 0,-1 5-2 0 0,-4-11-2 0 0,20 50 0 0 0,-21-70 2 0 0,10 36 1 0 0,-5-11-4 0 0,-4-22 9 0 0,-7-15 2 0 0,0 1-1 0 0,0-1 1 0 0,-1 1 0 0 0,-1 0-1 0 0,2 12 1 0 0,-3-20 0 0 0,5 32-17 0 0,2 37 0 0 0,-12-46 2 0 0,3-15 13 0 0,-3 8 0 0 0,1 1-1 0 0,-2-1 1 0 0,-1 0-1 0 0,0-1 1 0 0,-17 34-1 0 0,-4-9-17 0 0,-2-2 0 0 0,-2-1 0 0 0,-57 56 0 0 0,-120 93-4 0 0,173-158 24 0 0,19-17 20 0 0,1-2 1 0 0,-2 1 0 0 0,1-2 0 0 0,-1 0 0 0 0,-32 12 0 0 0,6-7 27 0 0,-59 13 1 0 0,-98 10-247 0 0,-1 2-3044 0 0,169-33 713 0 0,5-2 194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10921 0 0,'0'0'275'0'0,"1"24"-483"0"0,0 106 135 0 0,-1-121 62 0 0,-1-5 1 0 0,1 1 0 0 0,0-1 0 0 0,0 1 0 0 0,1-1 0 0 0,-1 0 1 0 0,1 1-1 0 0,1 4 0 0 0,6 31-4 0 0,-6-30-1 0 0,1-4 5 0 0,9 16 0 0 0,-9-16 111 0 0,5-2 22 0 0,26 11 40 0 0,-26-11 273 0 0,7-8-166 0 0,43-14 26 0 0,-54 17-249 0 0,0 0 0 0 0,-1 0 0 0 0,1 0 0 0 0,0 0 0 0 0,-1-1 0 0 0,1 1 0 0 0,-1-1 0 0 0,1 0 0 0 0,-1 0 0 0 0,0 0 0 0 0,6-6 0 0 0,2-1 67 0 0,54-46 829 0 0,-57 47-782 0 0,-5 6-133 0 0,-1 0 1 0 0,1 0-1 0 0,-1 0 1 0 0,0 0-1 0 0,0-1 0 0 0,0 1 1 0 0,0-1-1 0 0,0 1 0 0 0,2-5 1 0 0,7-15 258 0 0,4-4-94 0 0,-11 20-6 0 0,-1 0-18 0 0,11-18-36 0 0,-10 18-48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7:5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274 152 492 0 0,'0'0'1350'0'0,"2"-13"-71"0"0,1-1-876 0 0,-1 7-26 0 0,0 0 0 0 0,-1 0 0 0 0,0-1 0 0 0,0-12 1903 0 0,-9 9-1467 0 0,-21-30-88 0 0,22 31-70 0 0,-1 8-67 0 0,-22-7-54 0 0,22 6 363 0 0,-7 7-535 0 0,-45 10-66 0 0,45-10-81 0 0,7 1-69 0 0,-26 17-46 0 0,32-21-96 0 0,0 0-1 0 0,0 0 1 0 0,0 0-1 0 0,0 1 0 0 0,0-1 1 0 0,0 1-1 0 0,0-1 1 0 0,0 1-1 0 0,1 0 1 0 0,-1-1-1 0 0,1 1 1 0 0,-1 0-1 0 0,1 0 1 0 0,-2 3-1 0 0,0 1-4 0 0,-2 0-32 0 0,1 0-10 0 0,-15 18-11 0 0,15-18-8 0 0,20 0 110 0 0,48 16 147 0 0,-49-16 970 0 0,1-14-792 0 0,62-32 2140 0 0,-52 20-1835 0 0,-21 17 778 0 0,-10 22-1758 0 0,-13 59 33 0 0,13-59-70 0 0,5-8-89 0 0,-2 31-129 0 0,1-32-181 0 0,3-1-216 0 0,-1 1 374 0 0,2 10 258 0 0,7 3-7033 0 0,8 11 3369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10:08:0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174 269 16766,'0'-18'-46,"1"-54"105,0 57 249,-2 0 0,0 0 0,-1 0-1,0 0 1,-7-20 0,6 20-248,1 5 486,0 3 29,0-1-306,-2-6-102,2 0 3101,-8 32-3162,-32 57-126,27-45-122,-2 23-789,2 1 0,-10 75 0,5 15-3361,18-135 2668,4 3-1146,2 35-1763,-3-36 346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0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10473 0 0,'0'0'2729'0'0,"4"-9"-2394"0"0,16-28-7 0 0,-16 28 1732 0 0,0 29-2479 0 0,10 59 234 0 0,-14-78 176 0 0,0 0 0 0 0,0 0 0 0 0,0 1 0 0 0,0-1-1 0 0,0 0 1 0 0,0 0 0 0 0,0 0 0 0 0,1 1 0 0 0,-1-1 0 0 0,1 0 0 0 0,-1 0 0 0 0,1 0 0 0 0,-1 0 0 0 0,1 1 0 0 0,-1-1 0 0 0,1 0 0 0 0,0 0 0 0 0,0 0 0 0 0,-1 0 0 0 0,3 1 0 0 0,4 5-52 0 0,-5-4 33 0 0,0-1 1 0 0,1 1-1 0 0,0-1 1 0 0,-1 1-1 0 0,1-1 0 0 0,0 0 1 0 0,0 0-1 0 0,0-1 1 0 0,1 1-1 0 0,4 1 1 0 0,1 3-30 0 0,-6-3 29 0 0,1-1 0 0 0,-1 0 0 0 0,1 0 0 0 0,0 0 0 0 0,-1-1 0 0 0,1 1 0 0 0,0-1 0 0 0,0 0 0 0 0,8 1 0 0 0,5 3-32 0 0,-4-1 9 0 0,0 0 1 0 0,0-1 0 0 0,1-1 0 0 0,-1 0-1 0 0,17 0 1 0 0,-15-1 19 0 0,46-1-121 0 0,-47 0 126 0 0,-5 0 5 0 0,0 0 0 0 0,-1-1 0 0 0,1 0 0 0 0,12-2 0 0 0,16-4-6 0 0,-27 5 180 0 0,-2 1 37 0 0,26-5 67 0 0,-26 5 2679 0 0,-5 11-2922 0 0,9 31-41 0 0,-9-31-25 0 0,1-4-18 0 0,11 16-20 0 0,-12-16-28 0 0,5-1 2 0 0,25 15 18 0 0,-18-14 20 0 0,-7-4 50 0 0,4 1 31 0 0,23-7-276 0 0,29-8 214 0 0,-40 5 5 0 0,-15 3 37 0 0,-5 3 10 0 0,-1 0 1 0 0,1-1-1 0 0,-1 0 1 0 0,0 0-1 0 0,1 0 0 0 0,-1 0 1 0 0,0 0-1 0 0,0-1 1 0 0,4-4-1 0 0,10-8 21 0 0,0-1 0 0 0,-2 0-1 0 0,0-2 1 0 0,15-21 0 0 0,-23 31 9 0 0,-5 6-8 0 0,0 0 0 0 0,1-1 0 0 0,-1 0 0 0 0,0 0 0 0 0,0 1 0 0 0,-1-1 0 0 0,1 0 0 0 0,-1-1 0 0 0,1 1 0 0 0,1-6 1 0 0,1 1 35 0 0,-2 5-17 0 0,-1 0 0 0 0,1 0 0 0 0,-1 0 0 0 0,0 0 0 0 0,0-1-1 0 0,0 1 1 0 0,0 0 0 0 0,0-1 0 0 0,-1-5 0 0 0,5-20 223 0 0,-4 22 680 0 0,-5-4-672 0 0,-12-33-30 0 0,12 33 145 0 0,-7 10-218 0 0,-1-2-108 0 0,7 2 6 0 0,1 0-1 0 0,-1 0 1 0 0,0 0-1 0 0,0 0 1 0 0,1 1 0 0 0,-10 0-1 0 0,-3 10 38 0 0,-47 27-48 0 0,62-36-53 0 0,1-1 0 0 0,-1 1 1 0 0,1 0-1 0 0,-1 0 0 0 0,1 0 0 0 0,0 0 0 0 0,-1 0 0 0 0,1 0 0 0 0,0 0 0 0 0,0 0 1 0 0,0 0-1 0 0,0 1 0 0 0,0-1 0 0 0,0 0 0 0 0,-2 3 0 0 0,-18 34-145 0 0,14-21-89 0 0,4-7 128 0 0,1-6 21 0 0,1 1 0 0 0,0-1 0 0 0,0 1 0 0 0,1-1 0 0 0,-1 1 0 0 0,1-1 0 0 0,0 7 0 0 0,-1 31-499 0 0,4-19-170 0 0,0-8 465 0 0,-3-10 99 0 0,1 1-1 0 0,0-1 1 0 0,1 1-1 0 0,0-1 1 0 0,-1 0-1 0 0,2 1 1 0 0,-1-1-1 0 0,5 8 1 0 0,-1-1-573 0 0,11 25-213 0 0,9-5-5408 0 0,15 8 2540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3T10:08:43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1165 1418 628 0 0,'-19'-1'630'0'0,"-125"-8"497"0"0,78 3-144 0 0,-187-30 962 0 0,195 22-1280 0 0,-2 1-238 0 0,1-3 1 0 0,1-2-1 0 0,0-3 1 0 0,-57-30-1 0 0,76 32-204 0 0,30 14-171 0 0,-1 0 0 0 0,1 0 1 0 0,0-1-1 0 0,0 0 0 0 0,-14-14 0 0 0,-27-21 143 0 0,41 35-164 0 0,6 3-12 0 0,0 1 1 0 0,-1-1-1 0 0,1 0 0 0 0,0 1 0 0 0,0-1 0 0 0,1-1 0 0 0,-1 1 0 0 0,-3-6 0 0 0,0 2 14 0 0,3 4-15 0 0,0 0 0 0 0,0-1 0 0 0,1 1 0 0 0,-1-1 0 0 0,1 1 1 0 0,0-1-1 0 0,-2-6 0 0 0,-17-33 139 0 0,17 35-136 0 0,2 4-9 0 0,0 1 1 0 0,0-1 0 0 0,1 1 0 0 0,-1-1-1 0 0,1 1 1 0 0,0-1 0 0 0,0 0 0 0 0,0-7 0 0 0,-2 1 13 0 0,-3-32 101 0 0,5 31-105 0 0,0-35 81 0 0,1 32-84 0 0,-1 7-6 0 0,1 0 0 0 0,1 0 0 0 0,-1 1 0 0 0,1-1 0 0 0,0 0 0 0 0,3-10 0 0 0,8-36 78 0 0,-10 41-80 0 0,-1 7-5 0 0,-1-1-1 0 0,2 1 1 0 0,-1 0-1 0 0,0 0 0 0 0,1 0 1 0 0,0 0-1 0 0,5-9 1 0 0,20-45 46 0 0,-8 23-26 0 0,1 1-1 0 0,2 1 0 0 0,2 0 1 0 0,29-32-1 0 0,-19 25-9 0 0,-27 33-15 0 0,25-23-1 0 0,0 4-3 0 0,2 2 1 0 0,0 2 0 0 0,1 0 0 0 0,1 3 0 0 0,55-22 0 0 0,12 6-14 0 0,1 5 1 0 0,154-25-1 0 0,-228 51 15 0 0,3 1-12 0 0,10 0 7 0 0,79-7-10 0 0,-64 8 9 0 0,25-1 6 0 0,-25 3-1 0 0,15 0-14 0 0,-11 3 2 0 0,21 0 7 0 0,243 11-20 0 0,-264-11 14 0 0,-41-2 16 0 0,-1 1-1 0 0,34 7 1 0 0,64 11-16 0 0,-56-7 12 0 0,219 49-28 0 0,-132-27 13 0 0,177 48 18 0 0,-262-61-12 0 0,0 2 1 0 0,113 60 0 0 0,-153-70 10 0 0,-20-11-1 0 0,0 1 0 0 0,0-1 0 0 0,0 1 0 0 0,-1-1 0 0 0,1 1 0 0 0,-1 0 0 0 0,6 6 0 0 0,51 50-5 0 0,-54-53 1 0 0,0 1-1 0 0,-1 0 1 0 0,0 0 0 0 0,0 0-1 0 0,0 1 1 0 0,6 15-1 0 0,-8-15 6 0 0,1-2-4 0 0,-1 2-1 0 0,1 0 2 0 0,-2-4 1 0 0,0 0-1 0 0,0-1 1 0 0,-1 1 0 0 0,1 0-1 0 0,-1 0 1 0 0,0 0-1 0 0,0 5 1 0 0,6 20-5 0 0,-6-21-5 0 0,0 2-8 0 0,1 3 14 0 0,-1-6-1 0 0,0 0 1 0 0,0 0-1 0 0,-1 0 0 0 0,0 0 1 0 0,-1 9-1 0 0,1-4 5 0 0,1-5 1 0 0,-1-1 1 0 0,-1 0-1 0 0,1 1 1 0 0,-1-1-1 0 0,0 0 0 0 0,-2 7 1 0 0,-8 33-11 0 0,-30 76 1 0 0,30-100 8 0 0,-2-2 0 0 0,-1 0 0 0 0,-1 0 0 0 0,0-1 0 0 0,-1-1 0 0 0,-1-1 0 0 0,-1 0 0 0 0,-24 16 0 0 0,33-25 0 0 0,-33 27 0 0 0,0-1 1 0 0,-3-3 0 0 0,0-1 0 0 0,-2-3 0 0 0,-1-1 0 0 0,-1-3-1 0 0,-58 19 1 0 0,54-25-2 0 0,-19 2 16 0 0,-1-3-1 0 0,-1-3 1 0 0,1-3-1 0 0,-77-1 1 0 0,-218 15 17 0 0,-10 15 22 0 0,164-14-40 0 0,-175 32 38 0 0,373-53-40 0 0,5-2 4 0 0,0 0-1 0 0,0 0 1 0 0,0-1 0 0 0,-18 0-1 0 0,22 1 412 0 0,7-2-414 0 0,0 0 0 0 0,0 0-1 0 0,0 0 1 0 0,0 0 0 0 0,1 0 0 0 0,-1 0-1 0 0,0 0 1 0 0,0 1 0 0 0,0-1 0 0 0,0 0-1 0 0,0 0 1 0 0,0 0 0 0 0,0 0 0 0 0,0 0-1 0 0,0 0 1 0 0,0 0 0 0 0,0 0 0 0 0,0 0-1 0 0,0 0 1 0 0,0 0 0 0 0,0 0 0 0 0,0 0-1 0 0,0 0 1 0 0,0 0 0 0 0,0 0 0 0 0,0 0-1 0 0,0 0 1 0 0,0 0 0 0 0,0 0 0 0 0,0 1-1 0 0,0-1 1 0 0,0 0 0 0 0,0 0 0 0 0,0 0 0 0 0,0 0-1 0 0,0 0 1 0 0,26-6 3 0 0,-20 4 1013 0 0,-15 1-8019 0 0,-40-7 4152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body4"/>
          <p:cNvSpPr>
            <a:spLocks noGrp="1"/>
          </p:cNvSpPr>
          <p:nvPr>
            <p:ph sz="quarter" idx="13"/>
          </p:nvPr>
        </p:nvSpPr>
        <p:spPr>
          <a:xfrm>
            <a:off x="3024000" y="355816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body5"/>
          <p:cNvSpPr>
            <a:spLocks noGrp="1"/>
          </p:cNvSpPr>
          <p:nvPr>
            <p:ph sz="quarter" idx="14"/>
          </p:nvPr>
        </p:nvSpPr>
        <p:spPr>
          <a:xfrm>
            <a:off x="3024000" y="440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6"/>
          <p:cNvSpPr>
            <a:spLocks noGrp="1"/>
          </p:cNvSpPr>
          <p:nvPr>
            <p:ph sz="quarter" idx="15"/>
          </p:nvPr>
        </p:nvSpPr>
        <p:spPr>
          <a:xfrm>
            <a:off x="3024000" y="525488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5436000"/>
          </a:xfrm>
          <a:prstGeom prst="rect">
            <a:avLst/>
          </a:prstGeom>
        </p:spPr>
        <p:txBody>
          <a:bodyPr lIns="0" tIns="0"/>
          <a:lstStyle>
            <a:lvl1pPr marL="3429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8001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2573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7145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21717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Users/skinnyfish/Downloads/themes/blue/single2.pngsingl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14740" y="2122180"/>
            <a:ext cx="10800000" cy="4136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14740" y="374250"/>
            <a:ext cx="10800000" cy="615600"/>
          </a:xfrm>
          <a:prstGeom prst="rect">
            <a:avLst/>
          </a:prstGeom>
        </p:spPr>
        <p:txBody>
          <a:bodyPr anchor="t" anchorCtr="0"/>
          <a:lstStyle>
            <a:lvl1pPr algn="l">
              <a:defRPr sz="34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img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34" name="list-item-img1" descr="城市街道与高楼大厦  描述已自动生成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883663" y="1979435"/>
            <a:ext cx="3346542" cy="2484370"/>
          </a:xfrm>
          <a:prstGeom prst="roundRect">
            <a:avLst>
              <a:gd name="adj" fmla="val 9052"/>
            </a:avLst>
          </a:prstGeom>
        </p:spPr>
      </p:pic>
      <p:pic>
        <p:nvPicPr>
          <p:cNvPr id="42" name="list-item-img2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4486774" y="1979435"/>
            <a:ext cx="3280700" cy="2487600"/>
          </a:xfrm>
          <a:prstGeom prst="roundRect">
            <a:avLst>
              <a:gd name="adj" fmla="val 9033"/>
            </a:avLst>
          </a:prstGeom>
        </p:spPr>
      </p:pic>
      <p:pic>
        <p:nvPicPr>
          <p:cNvPr id="44" name="list-item-img3" descr="图片包含 户外, 建筑, 男人, 空气  描述已自动生成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019783" y="1976561"/>
            <a:ext cx="3288553" cy="2467436"/>
          </a:xfrm>
          <a:prstGeom prst="roundRect">
            <a:avLst>
              <a:gd name="adj" fmla="val 8644"/>
            </a:avLst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884580" y="2028742"/>
            <a:ext cx="4930226" cy="3861021"/>
          </a:xfrm>
          <a:prstGeom prst="rect">
            <a:avLst/>
          </a:prstGeom>
        </p:spPr>
      </p:pic>
      <p:pic>
        <p:nvPicPr>
          <p:cNvPr id="9" name="shape2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377190" y="2028743"/>
            <a:ext cx="4930228" cy="3861021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03514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lang="en-US" sz="1800" b="1" kern="1200" dirty="0">
                <a:solidFill>
                  <a:schemeClr val="bg1"/>
                </a:solidFill>
                <a:effectLst/>
                <a:latin typeface="Poppins Regular" panose="02000000000000000000" charset="0"/>
                <a:ea typeface="+mn-ea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marL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065524" y="2584557"/>
            <a:ext cx="4570790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6396126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6567585" y="2609817"/>
            <a:ext cx="4570791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pic>
        <p:nvPicPr>
          <p:cNvPr id="5" name="tray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8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3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7997" y="4202748"/>
            <a:ext cx="1386840" cy="1386840"/>
          </a:xfrm>
          <a:prstGeom prst="rect">
            <a:avLst/>
          </a:prstGeom>
        </p:spPr>
      </p:pic>
      <p:pic>
        <p:nvPicPr>
          <p:cNvPr id="10" name="shape1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5448" y="2595880"/>
            <a:ext cx="1386840" cy="1386840"/>
          </a:xfrm>
          <a:prstGeom prst="rect">
            <a:avLst/>
          </a:prstGeom>
        </p:spPr>
      </p:pic>
      <p:pic>
        <p:nvPicPr>
          <p:cNvPr id="16" name="shape2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9035" y="2595880"/>
            <a:ext cx="1386840" cy="1386840"/>
          </a:xfrm>
          <a:prstGeom prst="rect">
            <a:avLst/>
          </a:prstGeom>
        </p:spPr>
      </p:pic>
      <p:pic>
        <p:nvPicPr>
          <p:cNvPr id="18" name="shape4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35700" y="4210050"/>
            <a:ext cx="1386840" cy="1386840"/>
          </a:xfrm>
          <a:prstGeom prst="rect">
            <a:avLst/>
          </a:prstGeom>
        </p:spPr>
      </p:pic>
      <p:pic>
        <p:nvPicPr>
          <p:cNvPr id="20" name="tray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98360" y="2362922"/>
            <a:ext cx="3465094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7689736" y="2349781"/>
            <a:ext cx="3583858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4"/>
          <p:cNvSpPr>
            <a:spLocks noGrp="1"/>
          </p:cNvSpPr>
          <p:nvPr>
            <p:ph sz="quarter" idx="25"/>
          </p:nvPr>
        </p:nvSpPr>
        <p:spPr>
          <a:xfrm>
            <a:off x="7727950" y="4348480"/>
            <a:ext cx="3583940" cy="1240790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4" name="body3"/>
          <p:cNvSpPr>
            <a:spLocks noGrp="1"/>
          </p:cNvSpPr>
          <p:nvPr>
            <p:ph sz="quarter" idx="26"/>
          </p:nvPr>
        </p:nvSpPr>
        <p:spPr>
          <a:xfrm>
            <a:off x="915634" y="4348141"/>
            <a:ext cx="3465094" cy="1241447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5" name="number1"/>
          <p:cNvSpPr>
            <a:spLocks noGrp="1"/>
          </p:cNvSpPr>
          <p:nvPr>
            <p:ph sz="quarter" idx="14"/>
          </p:nvPr>
        </p:nvSpPr>
        <p:spPr>
          <a:xfrm>
            <a:off x="4636866" y="3011588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number2"/>
          <p:cNvSpPr>
            <a:spLocks noGrp="1"/>
          </p:cNvSpPr>
          <p:nvPr>
            <p:ph sz="quarter" idx="27"/>
          </p:nvPr>
        </p:nvSpPr>
        <p:spPr>
          <a:xfrm>
            <a:off x="6266034" y="3007140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number3"/>
          <p:cNvSpPr>
            <a:spLocks noGrp="1"/>
          </p:cNvSpPr>
          <p:nvPr>
            <p:ph sz="quarter" idx="28"/>
          </p:nvPr>
        </p:nvSpPr>
        <p:spPr>
          <a:xfrm>
            <a:off x="4678830" y="4668741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number4"/>
          <p:cNvSpPr>
            <a:spLocks noGrp="1"/>
          </p:cNvSpPr>
          <p:nvPr>
            <p:ph sz="quarter" idx="29"/>
          </p:nvPr>
        </p:nvSpPr>
        <p:spPr>
          <a:xfrm>
            <a:off x="6266180" y="4672330"/>
            <a:ext cx="1289050" cy="6146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lang="en-US" sz="3400" b="1" kern="1200" smtClean="0">
                <a:solidFill>
                  <a:schemeClr val="tx1"/>
                </a:solidFill>
                <a:latin typeface="Poppins SemiBold" panose="02000000000000000000" charset="0"/>
                <a:ea typeface="+mj-ea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869488" y="3106988"/>
            <a:ext cx="3136348" cy="114615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869487" y="2227580"/>
            <a:ext cx="3136349" cy="575945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body2"/>
          <p:cNvSpPr>
            <a:spLocks noGrp="1"/>
          </p:cNvSpPr>
          <p:nvPr>
            <p:ph sz="quarter" idx="11"/>
          </p:nvPr>
        </p:nvSpPr>
        <p:spPr>
          <a:xfrm>
            <a:off x="8857614" y="4425150"/>
            <a:ext cx="3136348" cy="170429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4" name="tray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2" cstate="screen"/>
          <a:srcRect r="-1"/>
          <a:stretch>
            <a:fillRect/>
          </a:stretch>
        </p:blipFill>
        <p:spPr>
          <a:xfrm>
            <a:off x="333554" y="358776"/>
            <a:ext cx="8153221" cy="6140448"/>
          </a:xfrm>
          <a:prstGeom prst="roundRect">
            <a:avLst>
              <a:gd name="adj" fmla="val 5599"/>
            </a:avLst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4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5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0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2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pro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"/>
          <p:cNvSpPr>
            <a:spLocks noGrp="1"/>
          </p:cNvSpPr>
          <p:nvPr>
            <p:ph sz="quarter" idx="10"/>
          </p:nvPr>
        </p:nvSpPr>
        <p:spPr>
          <a:xfrm>
            <a:off x="5735999" y="1942140"/>
            <a:ext cx="6120000" cy="4641215"/>
          </a:xfrm>
          <a:prstGeom prst="rect">
            <a:avLst/>
          </a:prstGeom>
        </p:spPr>
        <p:txBody>
          <a:bodyPr/>
          <a:lstStyle>
            <a:lvl1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627999" y="1146515"/>
            <a:ext cx="6159600" cy="583200"/>
          </a:xfrm>
          <a:prstGeom prst="rect">
            <a:avLst/>
          </a:prstGeom>
        </p:spPr>
        <p:txBody>
          <a:bodyPr/>
          <a:lstStyle>
            <a:lvl1pPr>
              <a:defRPr sz="32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5.xml"/><Relationship Id="rId18" Type="http://schemas.openxmlformats.org/officeDocument/2006/relationships/image" Target="../media/image31.png"/><Relationship Id="rId3" Type="http://schemas.openxmlformats.org/officeDocument/2006/relationships/image" Target="../media/image7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28.png"/><Relationship Id="rId17" Type="http://schemas.openxmlformats.org/officeDocument/2006/relationships/customXml" Target="../ink/ink7.xml"/><Relationship Id="rId2" Type="http://schemas.openxmlformats.org/officeDocument/2006/relationships/image" Target="../media/image6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5.png"/><Relationship Id="rId11" Type="http://schemas.openxmlformats.org/officeDocument/2006/relationships/customXml" Target="../ink/ink4.xml"/><Relationship Id="rId24" Type="http://schemas.openxmlformats.org/officeDocument/2006/relationships/image" Target="../media/image34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10" Type="http://schemas.openxmlformats.org/officeDocument/2006/relationships/image" Target="../media/image27.png"/><Relationship Id="rId19" Type="http://schemas.openxmlformats.org/officeDocument/2006/relationships/customXml" Target="../ink/ink8.xml"/><Relationship Id="rId4" Type="http://schemas.openxmlformats.org/officeDocument/2006/relationships/image" Target="../media/image8.png"/><Relationship Id="rId9" Type="http://schemas.openxmlformats.org/officeDocument/2006/relationships/customXml" Target="../ink/ink3.xml"/><Relationship Id="rId14" Type="http://schemas.openxmlformats.org/officeDocument/2006/relationships/image" Target="../media/image29.png"/><Relationship Id="rId22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5.png"/><Relationship Id="rId21" Type="http://schemas.openxmlformats.org/officeDocument/2006/relationships/customXml" Target="../ink/ink19.xml"/><Relationship Id="rId42" Type="http://schemas.openxmlformats.org/officeDocument/2006/relationships/image" Target="../media/image53.png"/><Relationship Id="rId47" Type="http://schemas.openxmlformats.org/officeDocument/2006/relationships/customXml" Target="../ink/ink32.xml"/><Relationship Id="rId63" Type="http://schemas.openxmlformats.org/officeDocument/2006/relationships/customXml" Target="../ink/ink40.xml"/><Relationship Id="rId68" Type="http://schemas.openxmlformats.org/officeDocument/2006/relationships/image" Target="../media/image66.png"/><Relationship Id="rId84" Type="http://schemas.openxmlformats.org/officeDocument/2006/relationships/image" Target="../media/image74.png"/><Relationship Id="rId16" Type="http://schemas.openxmlformats.org/officeDocument/2006/relationships/image" Target="../media/image40.png"/><Relationship Id="rId11" Type="http://schemas.openxmlformats.org/officeDocument/2006/relationships/customXml" Target="../ink/ink14.xml"/><Relationship Id="rId32" Type="http://schemas.openxmlformats.org/officeDocument/2006/relationships/image" Target="../media/image48.png"/><Relationship Id="rId37" Type="http://schemas.openxmlformats.org/officeDocument/2006/relationships/customXml" Target="../ink/ink27.xml"/><Relationship Id="rId53" Type="http://schemas.openxmlformats.org/officeDocument/2006/relationships/customXml" Target="../ink/ink35.xml"/><Relationship Id="rId58" Type="http://schemas.openxmlformats.org/officeDocument/2006/relationships/image" Target="../media/image61.png"/><Relationship Id="rId74" Type="http://schemas.openxmlformats.org/officeDocument/2006/relationships/image" Target="../media/image69.png"/><Relationship Id="rId79" Type="http://schemas.openxmlformats.org/officeDocument/2006/relationships/customXml" Target="../ink/ink48.xml"/><Relationship Id="rId5" Type="http://schemas.openxmlformats.org/officeDocument/2006/relationships/customXml" Target="../ink/ink11.xml"/><Relationship Id="rId19" Type="http://schemas.openxmlformats.org/officeDocument/2006/relationships/customXml" Target="../ink/ink18.xml"/><Relationship Id="rId14" Type="http://schemas.openxmlformats.org/officeDocument/2006/relationships/image" Target="../media/image39.png"/><Relationship Id="rId22" Type="http://schemas.openxmlformats.org/officeDocument/2006/relationships/image" Target="../media/image43.png"/><Relationship Id="rId27" Type="http://schemas.openxmlformats.org/officeDocument/2006/relationships/customXml" Target="../ink/ink22.xml"/><Relationship Id="rId30" Type="http://schemas.openxmlformats.org/officeDocument/2006/relationships/image" Target="../media/image47.png"/><Relationship Id="rId35" Type="http://schemas.openxmlformats.org/officeDocument/2006/relationships/customXml" Target="../ink/ink26.xml"/><Relationship Id="rId43" Type="http://schemas.openxmlformats.org/officeDocument/2006/relationships/customXml" Target="../ink/ink30.xml"/><Relationship Id="rId48" Type="http://schemas.openxmlformats.org/officeDocument/2006/relationships/image" Target="../media/image56.png"/><Relationship Id="rId56" Type="http://schemas.openxmlformats.org/officeDocument/2006/relationships/image" Target="../media/image60.png"/><Relationship Id="rId64" Type="http://schemas.openxmlformats.org/officeDocument/2006/relationships/image" Target="../media/image64.png"/><Relationship Id="rId69" Type="http://schemas.openxmlformats.org/officeDocument/2006/relationships/customXml" Target="../ink/ink43.xml"/><Relationship Id="rId77" Type="http://schemas.openxmlformats.org/officeDocument/2006/relationships/customXml" Target="../ink/ink47.xml"/><Relationship Id="rId8" Type="http://schemas.openxmlformats.org/officeDocument/2006/relationships/image" Target="../media/image36.png"/><Relationship Id="rId51" Type="http://schemas.openxmlformats.org/officeDocument/2006/relationships/customXml" Target="../ink/ink34.xml"/><Relationship Id="rId72" Type="http://schemas.openxmlformats.org/officeDocument/2006/relationships/image" Target="../media/image68.png"/><Relationship Id="rId80" Type="http://schemas.openxmlformats.org/officeDocument/2006/relationships/image" Target="../media/image72.png"/><Relationship Id="rId85" Type="http://schemas.openxmlformats.org/officeDocument/2006/relationships/customXml" Target="../ink/ink51.xml"/><Relationship Id="rId3" Type="http://schemas.openxmlformats.org/officeDocument/2006/relationships/image" Target="../media/image7.png"/><Relationship Id="rId12" Type="http://schemas.openxmlformats.org/officeDocument/2006/relationships/image" Target="../media/image38.png"/><Relationship Id="rId17" Type="http://schemas.openxmlformats.org/officeDocument/2006/relationships/customXml" Target="../ink/ink17.xml"/><Relationship Id="rId25" Type="http://schemas.openxmlformats.org/officeDocument/2006/relationships/customXml" Target="../ink/ink21.xml"/><Relationship Id="rId33" Type="http://schemas.openxmlformats.org/officeDocument/2006/relationships/customXml" Target="../ink/ink25.xml"/><Relationship Id="rId38" Type="http://schemas.openxmlformats.org/officeDocument/2006/relationships/image" Target="../media/image51.png"/><Relationship Id="rId46" Type="http://schemas.openxmlformats.org/officeDocument/2006/relationships/image" Target="../media/image55.png"/><Relationship Id="rId59" Type="http://schemas.openxmlformats.org/officeDocument/2006/relationships/customXml" Target="../ink/ink38.xml"/><Relationship Id="rId67" Type="http://schemas.openxmlformats.org/officeDocument/2006/relationships/customXml" Target="../ink/ink42.xml"/><Relationship Id="rId20" Type="http://schemas.openxmlformats.org/officeDocument/2006/relationships/image" Target="../media/image42.png"/><Relationship Id="rId41" Type="http://schemas.openxmlformats.org/officeDocument/2006/relationships/customXml" Target="../ink/ink29.xml"/><Relationship Id="rId54" Type="http://schemas.openxmlformats.org/officeDocument/2006/relationships/image" Target="../media/image59.png"/><Relationship Id="rId62" Type="http://schemas.openxmlformats.org/officeDocument/2006/relationships/image" Target="../media/image63.png"/><Relationship Id="rId70" Type="http://schemas.openxmlformats.org/officeDocument/2006/relationships/image" Target="../media/image67.png"/><Relationship Id="rId75" Type="http://schemas.openxmlformats.org/officeDocument/2006/relationships/customXml" Target="../ink/ink46.xml"/><Relationship Id="rId83" Type="http://schemas.openxmlformats.org/officeDocument/2006/relationships/customXml" Target="../ink/ink50.xml"/><Relationship Id="rId88" Type="http://schemas.openxmlformats.org/officeDocument/2006/relationships/image" Target="../media/image76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5.png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28" Type="http://schemas.openxmlformats.org/officeDocument/2006/relationships/image" Target="../media/image46.png"/><Relationship Id="rId36" Type="http://schemas.openxmlformats.org/officeDocument/2006/relationships/image" Target="../media/image50.png"/><Relationship Id="rId49" Type="http://schemas.openxmlformats.org/officeDocument/2006/relationships/customXml" Target="../ink/ink33.xml"/><Relationship Id="rId57" Type="http://schemas.openxmlformats.org/officeDocument/2006/relationships/customXml" Target="../ink/ink37.xml"/><Relationship Id="rId10" Type="http://schemas.openxmlformats.org/officeDocument/2006/relationships/image" Target="../media/image37.png"/><Relationship Id="rId31" Type="http://schemas.openxmlformats.org/officeDocument/2006/relationships/customXml" Target="../ink/ink24.xml"/><Relationship Id="rId44" Type="http://schemas.openxmlformats.org/officeDocument/2006/relationships/image" Target="../media/image54.png"/><Relationship Id="rId52" Type="http://schemas.openxmlformats.org/officeDocument/2006/relationships/image" Target="../media/image58.png"/><Relationship Id="rId60" Type="http://schemas.openxmlformats.org/officeDocument/2006/relationships/image" Target="../media/image62.png"/><Relationship Id="rId65" Type="http://schemas.openxmlformats.org/officeDocument/2006/relationships/customXml" Target="../ink/ink41.xml"/><Relationship Id="rId73" Type="http://schemas.openxmlformats.org/officeDocument/2006/relationships/customXml" Target="../ink/ink45.xml"/><Relationship Id="rId78" Type="http://schemas.openxmlformats.org/officeDocument/2006/relationships/image" Target="../media/image71.png"/><Relationship Id="rId81" Type="http://schemas.openxmlformats.org/officeDocument/2006/relationships/customXml" Target="../ink/ink49.xml"/><Relationship Id="rId86" Type="http://schemas.openxmlformats.org/officeDocument/2006/relationships/image" Target="../media/image75.png"/><Relationship Id="rId4" Type="http://schemas.openxmlformats.org/officeDocument/2006/relationships/image" Target="../media/image8.png"/><Relationship Id="rId9" Type="http://schemas.openxmlformats.org/officeDocument/2006/relationships/customXml" Target="../ink/ink13.xml"/><Relationship Id="rId13" Type="http://schemas.openxmlformats.org/officeDocument/2006/relationships/customXml" Target="../ink/ink15.xml"/><Relationship Id="rId18" Type="http://schemas.openxmlformats.org/officeDocument/2006/relationships/image" Target="../media/image41.png"/><Relationship Id="rId39" Type="http://schemas.openxmlformats.org/officeDocument/2006/relationships/customXml" Target="../ink/ink28.xml"/><Relationship Id="rId34" Type="http://schemas.openxmlformats.org/officeDocument/2006/relationships/image" Target="../media/image49.png"/><Relationship Id="rId50" Type="http://schemas.openxmlformats.org/officeDocument/2006/relationships/image" Target="../media/image57.png"/><Relationship Id="rId55" Type="http://schemas.openxmlformats.org/officeDocument/2006/relationships/customXml" Target="../ink/ink36.xml"/><Relationship Id="rId76" Type="http://schemas.openxmlformats.org/officeDocument/2006/relationships/image" Target="../media/image70.png"/><Relationship Id="rId7" Type="http://schemas.openxmlformats.org/officeDocument/2006/relationships/customXml" Target="../ink/ink12.xml"/><Relationship Id="rId71" Type="http://schemas.openxmlformats.org/officeDocument/2006/relationships/customXml" Target="../ink/ink44.xml"/><Relationship Id="rId2" Type="http://schemas.openxmlformats.org/officeDocument/2006/relationships/image" Target="../media/image6.png"/><Relationship Id="rId29" Type="http://schemas.openxmlformats.org/officeDocument/2006/relationships/customXml" Target="../ink/ink23.xml"/><Relationship Id="rId24" Type="http://schemas.openxmlformats.org/officeDocument/2006/relationships/image" Target="../media/image44.png"/><Relationship Id="rId40" Type="http://schemas.openxmlformats.org/officeDocument/2006/relationships/image" Target="../media/image52.png"/><Relationship Id="rId45" Type="http://schemas.openxmlformats.org/officeDocument/2006/relationships/customXml" Target="../ink/ink31.xml"/><Relationship Id="rId66" Type="http://schemas.openxmlformats.org/officeDocument/2006/relationships/image" Target="../media/image65.png"/><Relationship Id="rId87" Type="http://schemas.openxmlformats.org/officeDocument/2006/relationships/customXml" Target="../ink/ink52.xml"/><Relationship Id="rId61" Type="http://schemas.openxmlformats.org/officeDocument/2006/relationships/customXml" Target="../ink/ink39.xml"/><Relationship Id="rId82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7.png"/><Relationship Id="rId21" Type="http://schemas.openxmlformats.org/officeDocument/2006/relationships/customXml" Target="../ink/ink61.xml"/><Relationship Id="rId42" Type="http://schemas.openxmlformats.org/officeDocument/2006/relationships/image" Target="../media/image95.png"/><Relationship Id="rId47" Type="http://schemas.openxmlformats.org/officeDocument/2006/relationships/customXml" Target="../ink/ink74.xml"/><Relationship Id="rId63" Type="http://schemas.openxmlformats.org/officeDocument/2006/relationships/customXml" Target="../ink/ink82.xml"/><Relationship Id="rId68" Type="http://schemas.openxmlformats.org/officeDocument/2006/relationships/image" Target="../media/image108.png"/><Relationship Id="rId16" Type="http://schemas.openxmlformats.org/officeDocument/2006/relationships/image" Target="../media/image82.png"/><Relationship Id="rId11" Type="http://schemas.openxmlformats.org/officeDocument/2006/relationships/customXml" Target="../ink/ink56.xml"/><Relationship Id="rId24" Type="http://schemas.openxmlformats.org/officeDocument/2006/relationships/image" Target="../media/image86.png"/><Relationship Id="rId32" Type="http://schemas.openxmlformats.org/officeDocument/2006/relationships/image" Target="../media/image90.png"/><Relationship Id="rId37" Type="http://schemas.openxmlformats.org/officeDocument/2006/relationships/customXml" Target="../ink/ink69.xml"/><Relationship Id="rId40" Type="http://schemas.openxmlformats.org/officeDocument/2006/relationships/image" Target="../media/image94.png"/><Relationship Id="rId45" Type="http://schemas.openxmlformats.org/officeDocument/2006/relationships/customXml" Target="../ink/ink73.xml"/><Relationship Id="rId53" Type="http://schemas.openxmlformats.org/officeDocument/2006/relationships/customXml" Target="../ink/ink77.xml"/><Relationship Id="rId58" Type="http://schemas.openxmlformats.org/officeDocument/2006/relationships/image" Target="../media/image103.png"/><Relationship Id="rId66" Type="http://schemas.openxmlformats.org/officeDocument/2006/relationships/image" Target="../media/image107.png"/><Relationship Id="rId74" Type="http://schemas.openxmlformats.org/officeDocument/2006/relationships/image" Target="../media/image111.png"/><Relationship Id="rId5" Type="http://schemas.openxmlformats.org/officeDocument/2006/relationships/customXml" Target="../ink/ink53.xml"/><Relationship Id="rId61" Type="http://schemas.openxmlformats.org/officeDocument/2006/relationships/customXml" Target="../ink/ink81.xml"/><Relationship Id="rId19" Type="http://schemas.openxmlformats.org/officeDocument/2006/relationships/customXml" Target="../ink/ink60.xml"/><Relationship Id="rId14" Type="http://schemas.openxmlformats.org/officeDocument/2006/relationships/image" Target="../media/image81.png"/><Relationship Id="rId22" Type="http://schemas.openxmlformats.org/officeDocument/2006/relationships/image" Target="../media/image85.png"/><Relationship Id="rId27" Type="http://schemas.openxmlformats.org/officeDocument/2006/relationships/customXml" Target="../ink/ink64.xml"/><Relationship Id="rId30" Type="http://schemas.openxmlformats.org/officeDocument/2006/relationships/image" Target="../media/image89.png"/><Relationship Id="rId35" Type="http://schemas.openxmlformats.org/officeDocument/2006/relationships/customXml" Target="../ink/ink68.xml"/><Relationship Id="rId43" Type="http://schemas.openxmlformats.org/officeDocument/2006/relationships/customXml" Target="../ink/ink72.xml"/><Relationship Id="rId48" Type="http://schemas.openxmlformats.org/officeDocument/2006/relationships/image" Target="../media/image98.png"/><Relationship Id="rId56" Type="http://schemas.openxmlformats.org/officeDocument/2006/relationships/image" Target="../media/image102.png"/><Relationship Id="rId64" Type="http://schemas.openxmlformats.org/officeDocument/2006/relationships/image" Target="../media/image106.png"/><Relationship Id="rId69" Type="http://schemas.openxmlformats.org/officeDocument/2006/relationships/customXml" Target="../ink/ink85.xml"/><Relationship Id="rId77" Type="http://schemas.openxmlformats.org/officeDocument/2006/relationships/customXml" Target="../ink/ink89.xml"/><Relationship Id="rId8" Type="http://schemas.openxmlformats.org/officeDocument/2006/relationships/image" Target="../media/image78.png"/><Relationship Id="rId51" Type="http://schemas.openxmlformats.org/officeDocument/2006/relationships/customXml" Target="../ink/ink76.xml"/><Relationship Id="rId72" Type="http://schemas.openxmlformats.org/officeDocument/2006/relationships/image" Target="../media/image110.png"/><Relationship Id="rId3" Type="http://schemas.openxmlformats.org/officeDocument/2006/relationships/image" Target="../media/image7.png"/><Relationship Id="rId12" Type="http://schemas.openxmlformats.org/officeDocument/2006/relationships/image" Target="../media/image80.png"/><Relationship Id="rId17" Type="http://schemas.openxmlformats.org/officeDocument/2006/relationships/customXml" Target="../ink/ink59.xml"/><Relationship Id="rId25" Type="http://schemas.openxmlformats.org/officeDocument/2006/relationships/customXml" Target="../ink/ink63.xml"/><Relationship Id="rId33" Type="http://schemas.openxmlformats.org/officeDocument/2006/relationships/customXml" Target="../ink/ink67.xml"/><Relationship Id="rId38" Type="http://schemas.openxmlformats.org/officeDocument/2006/relationships/image" Target="../media/image93.png"/><Relationship Id="rId46" Type="http://schemas.openxmlformats.org/officeDocument/2006/relationships/image" Target="../media/image97.png"/><Relationship Id="rId59" Type="http://schemas.openxmlformats.org/officeDocument/2006/relationships/customXml" Target="../ink/ink80.xml"/><Relationship Id="rId67" Type="http://schemas.openxmlformats.org/officeDocument/2006/relationships/customXml" Target="../ink/ink84.xml"/><Relationship Id="rId20" Type="http://schemas.openxmlformats.org/officeDocument/2006/relationships/image" Target="../media/image84.png"/><Relationship Id="rId41" Type="http://schemas.openxmlformats.org/officeDocument/2006/relationships/customXml" Target="../ink/ink71.xml"/><Relationship Id="rId54" Type="http://schemas.openxmlformats.org/officeDocument/2006/relationships/image" Target="../media/image101.png"/><Relationship Id="rId62" Type="http://schemas.openxmlformats.org/officeDocument/2006/relationships/image" Target="../media/image105.png"/><Relationship Id="rId70" Type="http://schemas.openxmlformats.org/officeDocument/2006/relationships/image" Target="../media/image109.png"/><Relationship Id="rId75" Type="http://schemas.openxmlformats.org/officeDocument/2006/relationships/customXml" Target="../ink/ink8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7.png"/><Relationship Id="rId15" Type="http://schemas.openxmlformats.org/officeDocument/2006/relationships/customXml" Target="../ink/ink58.xml"/><Relationship Id="rId23" Type="http://schemas.openxmlformats.org/officeDocument/2006/relationships/customXml" Target="../ink/ink62.xml"/><Relationship Id="rId28" Type="http://schemas.openxmlformats.org/officeDocument/2006/relationships/image" Target="../media/image88.png"/><Relationship Id="rId36" Type="http://schemas.openxmlformats.org/officeDocument/2006/relationships/image" Target="../media/image92.png"/><Relationship Id="rId49" Type="http://schemas.openxmlformats.org/officeDocument/2006/relationships/customXml" Target="../ink/ink75.xml"/><Relationship Id="rId57" Type="http://schemas.openxmlformats.org/officeDocument/2006/relationships/customXml" Target="../ink/ink79.xml"/><Relationship Id="rId10" Type="http://schemas.openxmlformats.org/officeDocument/2006/relationships/image" Target="../media/image79.png"/><Relationship Id="rId31" Type="http://schemas.openxmlformats.org/officeDocument/2006/relationships/customXml" Target="../ink/ink66.xml"/><Relationship Id="rId44" Type="http://schemas.openxmlformats.org/officeDocument/2006/relationships/image" Target="../media/image96.png"/><Relationship Id="rId52" Type="http://schemas.openxmlformats.org/officeDocument/2006/relationships/image" Target="../media/image100.png"/><Relationship Id="rId60" Type="http://schemas.openxmlformats.org/officeDocument/2006/relationships/image" Target="../media/image104.png"/><Relationship Id="rId65" Type="http://schemas.openxmlformats.org/officeDocument/2006/relationships/customXml" Target="../ink/ink83.xml"/><Relationship Id="rId73" Type="http://schemas.openxmlformats.org/officeDocument/2006/relationships/customXml" Target="../ink/ink87.xml"/><Relationship Id="rId78" Type="http://schemas.openxmlformats.org/officeDocument/2006/relationships/image" Target="../media/image113.png"/><Relationship Id="rId4" Type="http://schemas.openxmlformats.org/officeDocument/2006/relationships/image" Target="../media/image8.png"/><Relationship Id="rId9" Type="http://schemas.openxmlformats.org/officeDocument/2006/relationships/customXml" Target="../ink/ink55.xml"/><Relationship Id="rId13" Type="http://schemas.openxmlformats.org/officeDocument/2006/relationships/customXml" Target="../ink/ink57.xml"/><Relationship Id="rId18" Type="http://schemas.openxmlformats.org/officeDocument/2006/relationships/image" Target="../media/image83.png"/><Relationship Id="rId39" Type="http://schemas.openxmlformats.org/officeDocument/2006/relationships/customXml" Target="../ink/ink70.xml"/><Relationship Id="rId34" Type="http://schemas.openxmlformats.org/officeDocument/2006/relationships/image" Target="../media/image91.png"/><Relationship Id="rId50" Type="http://schemas.openxmlformats.org/officeDocument/2006/relationships/image" Target="../media/image99.png"/><Relationship Id="rId55" Type="http://schemas.openxmlformats.org/officeDocument/2006/relationships/customXml" Target="../ink/ink78.xml"/><Relationship Id="rId76" Type="http://schemas.openxmlformats.org/officeDocument/2006/relationships/image" Target="../media/image112.png"/><Relationship Id="rId7" Type="http://schemas.openxmlformats.org/officeDocument/2006/relationships/customXml" Target="../ink/ink54.xml"/><Relationship Id="rId71" Type="http://schemas.openxmlformats.org/officeDocument/2006/relationships/customXml" Target="../ink/ink86.xml"/><Relationship Id="rId2" Type="http://schemas.openxmlformats.org/officeDocument/2006/relationships/image" Target="../media/image6.png"/><Relationship Id="rId29" Type="http://schemas.openxmlformats.org/officeDocument/2006/relationships/customXml" Target="../ink/ink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Presenter: </a:t>
            </a:r>
            <a:r>
              <a:rPr lang="en-US" dirty="0" err="1"/>
              <a:t>PopAi</a:t>
            </a:r>
            <a:r>
              <a:rPr lang="en-US" dirty="0"/>
              <a:t> AI Creation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Intro to Data Structures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1. Understanding Data Structures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Content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2. Data Structures in Python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3"/>
            <a:endParaRPr lang="en-US" dirty="0"/>
          </a:p>
          <a:p>
            <a:pPr lvl="4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1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Understanding Data 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Efficient Data Organization</a:t>
            </a:r>
          </a:p>
          <a:p>
            <a:pPr lvl="4"/>
            <a:r>
              <a:rPr lang="en-US" dirty="0"/>
              <a:t>Data structures are a way of organizing data to enable efficient access and manipulation based on specific requirements.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Enhanced Efficiency</a:t>
            </a:r>
          </a:p>
          <a:p>
            <a:pPr lvl="4"/>
            <a:r>
              <a:rPr lang="en-US" dirty="0"/>
              <a:t>Proper use of data structures can significantly enhance the efficiency of data access and manipulation.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Fundamental Constructs</a:t>
            </a:r>
          </a:p>
          <a:p>
            <a:pPr lvl="4"/>
            <a:r>
              <a:rPr lang="en-US" dirty="0"/>
              <a:t>They are fundamental constructs that provide different ways of organizing and storing data to suit various programming needs.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What Are Data Structures?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Lists</a:t>
            </a:r>
          </a:p>
          <a:p>
            <a:pPr lvl="4"/>
            <a:r>
              <a:rPr lang="en-US" dirty="0"/>
              <a:t>Lists are ordered, mutable, and can contain elements of different data types, making them versatile for various data storage needs.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Types of Data Structures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Tuples</a:t>
            </a:r>
          </a:p>
          <a:p>
            <a:pPr lvl="4"/>
            <a:r>
              <a:rPr lang="en-US" dirty="0"/>
              <a:t>Tuples are ordered, immutable, and can store a sequence of elements, often used for fixed collections of items.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Dictionaries</a:t>
            </a:r>
          </a:p>
          <a:p>
            <a:pPr lvl="4"/>
            <a:r>
              <a:rPr lang="en-US" dirty="0"/>
              <a:t>Dictionaries are unordered, mutable, and store data in key-value pairs, allowing for efficient data retrieval based on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Efficiency</a:t>
            </a:r>
          </a:p>
          <a:p>
            <a:pPr lvl="4"/>
            <a:r>
              <a:rPr lang="en-US" dirty="0"/>
              <a:t>Data structures enable efficient data storage, retrieval, and manipulation, optimizing program performance.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Scalability</a:t>
            </a:r>
          </a:p>
          <a:p>
            <a:pPr lvl="4"/>
            <a:r>
              <a:rPr lang="en-US" dirty="0"/>
              <a:t>Proper use of data structures ensures that programs can scale effectively to handle larger datasets and complex operations.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Flexibility</a:t>
            </a:r>
          </a:p>
          <a:p>
            <a:pPr lvl="4"/>
            <a:r>
              <a:rPr lang="en-US" dirty="0"/>
              <a:t>They provide flexibility in handling different types of data and performing various operations on the data.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Importance of Data Structures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Database Management</a:t>
            </a:r>
          </a:p>
          <a:p>
            <a:pPr lvl="4"/>
            <a:r>
              <a:rPr lang="en-US" dirty="0"/>
              <a:t>Data structures are crucial for organizing and accessing data in databases efficiently.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Real-World Applications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Algorithm Design</a:t>
            </a:r>
          </a:p>
          <a:p>
            <a:pPr lvl="4"/>
            <a:r>
              <a:rPr lang="en-US" dirty="0"/>
              <a:t>Many algorithms rely on specific data structures for optimal performance and functionality.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System Design</a:t>
            </a:r>
          </a:p>
          <a:p>
            <a:pPr lvl="4"/>
            <a:r>
              <a:rPr lang="en-US" dirty="0"/>
              <a:t>Data structures play a vital role in designing efficient and scalable software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2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Data Structures in Python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804" y="1999385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Versatile Data Storage</a:t>
            </a:r>
          </a:p>
          <a:p>
            <a:pPr lvl="4"/>
            <a:r>
              <a:rPr lang="en-US" dirty="0"/>
              <a:t>Lists in Python are ordered and mutable, allowing for the storage of elements of different data types in a single container.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Dynamic Operations</a:t>
            </a:r>
          </a:p>
          <a:p>
            <a:pPr lvl="4"/>
            <a:r>
              <a:rPr lang="en-US" dirty="0"/>
              <a:t>They support dynamic operations like appending, removing, and slicing elements, making them highly flexible for various tasks.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Lists in Python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97F164-1717-5C5F-ECCE-5ADCACBA1FD3}"/>
                  </a:ext>
                </a:extLst>
              </p14:cNvPr>
              <p14:cNvContentPartPr/>
              <p14:nvPr/>
            </p14:nvContentPartPr>
            <p14:xfrm>
              <a:off x="8371816" y="1865113"/>
              <a:ext cx="346320" cy="666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97F164-1717-5C5F-ECCE-5ADCACBA1F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62816" y="1856473"/>
                <a:ext cx="36396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9C181B-800D-CD3D-5494-BCC416C764DE}"/>
                  </a:ext>
                </a:extLst>
              </p14:cNvPr>
              <p14:cNvContentPartPr/>
              <p14:nvPr/>
            </p14:nvContentPartPr>
            <p14:xfrm>
              <a:off x="11045536" y="1952233"/>
              <a:ext cx="390960" cy="609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9C181B-800D-CD3D-5494-BCC416C764D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36536" y="1943593"/>
                <a:ext cx="408600" cy="62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0157AB5-2C19-8FDB-87C3-46056D21B345}"/>
              </a:ext>
            </a:extLst>
          </p:cNvPr>
          <p:cNvGrpSpPr/>
          <p:nvPr/>
        </p:nvGrpSpPr>
        <p:grpSpPr>
          <a:xfrm>
            <a:off x="8983816" y="2069953"/>
            <a:ext cx="218520" cy="345960"/>
            <a:chOff x="8983816" y="2069953"/>
            <a:chExt cx="21852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277E2A-EDC6-9EEF-D823-DA633D372201}"/>
                    </a:ext>
                  </a:extLst>
                </p14:cNvPr>
                <p14:cNvContentPartPr/>
                <p14:nvPr/>
              </p14:nvContentPartPr>
              <p14:xfrm>
                <a:off x="8983816" y="2069953"/>
                <a:ext cx="86400" cy="258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277E2A-EDC6-9EEF-D823-DA633D37220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75176" y="2060953"/>
                  <a:ext cx="104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6454B70-50DC-8AF2-11AD-B21A45F9A2F0}"/>
                    </a:ext>
                  </a:extLst>
                </p14:cNvPr>
                <p14:cNvContentPartPr/>
                <p14:nvPr/>
              </p14:nvContentPartPr>
              <p14:xfrm>
                <a:off x="9169576" y="2281633"/>
                <a:ext cx="32760" cy="134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6454B70-50DC-8AF2-11AD-B21A45F9A2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60936" y="2272633"/>
                  <a:ext cx="5040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C70FA73-F4BB-1D29-2985-96D3BC4D86B7}"/>
                  </a:ext>
                </a:extLst>
              </p14:cNvPr>
              <p14:cNvContentPartPr/>
              <p14:nvPr/>
            </p14:nvContentPartPr>
            <p14:xfrm>
              <a:off x="9547216" y="2040433"/>
              <a:ext cx="243000" cy="321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C70FA73-F4BB-1D29-2985-96D3BC4D86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38216" y="2031433"/>
                <a:ext cx="2606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3A94E2C-DF48-B166-DDF6-217EDB88DC94}"/>
                  </a:ext>
                </a:extLst>
              </p14:cNvPr>
              <p14:cNvContentPartPr/>
              <p14:nvPr/>
            </p14:nvContentPartPr>
            <p14:xfrm>
              <a:off x="10011976" y="2282353"/>
              <a:ext cx="30600" cy="153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3A94E2C-DF48-B166-DDF6-217EDB88DC9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02976" y="2273713"/>
                <a:ext cx="482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AD15EAA-FAA7-1A69-8FA6-A29C69869715}"/>
                  </a:ext>
                </a:extLst>
              </p14:cNvPr>
              <p14:cNvContentPartPr/>
              <p14:nvPr/>
            </p14:nvContentPartPr>
            <p14:xfrm>
              <a:off x="10443256" y="2095873"/>
              <a:ext cx="203400" cy="303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AD15EAA-FAA7-1A69-8FA6-A29C6986971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434616" y="2086873"/>
                <a:ext cx="22104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DA9C275-86EF-CF6A-1DBC-0B1E872B6A17}"/>
                  </a:ext>
                </a:extLst>
              </p14:cNvPr>
              <p14:cNvContentPartPr/>
              <p14:nvPr/>
            </p14:nvContentPartPr>
            <p14:xfrm>
              <a:off x="8752696" y="2865553"/>
              <a:ext cx="266760" cy="221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DA9C275-86EF-CF6A-1DBC-0B1E872B6A1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743696" y="2856913"/>
                <a:ext cx="2844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FB9E390-37B7-CF5D-D6B3-BBFFA64863ED}"/>
                  </a:ext>
                </a:extLst>
              </p14:cNvPr>
              <p14:cNvContentPartPr/>
              <p14:nvPr/>
            </p14:nvContentPartPr>
            <p14:xfrm>
              <a:off x="9558736" y="2908033"/>
              <a:ext cx="78480" cy="2451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FB9E390-37B7-CF5D-D6B3-BBFFA64863E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550096" y="2899033"/>
                <a:ext cx="961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D8E84E-5E01-D9E5-3DBE-3EDF22475385}"/>
                  </a:ext>
                </a:extLst>
              </p14:cNvPr>
              <p14:cNvContentPartPr/>
              <p14:nvPr/>
            </p14:nvContentPartPr>
            <p14:xfrm>
              <a:off x="10346056" y="2984713"/>
              <a:ext cx="300600" cy="239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D8E84E-5E01-D9E5-3DBE-3EDF2247538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337416" y="2976073"/>
                <a:ext cx="318240" cy="25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Immutable Sequences</a:t>
            </a:r>
          </a:p>
          <a:p>
            <a:pPr lvl="4"/>
            <a:r>
              <a:rPr lang="en-US" dirty="0"/>
              <a:t>Tuples in Python are ordered and immutable, making them suitable for representing fixed collections of elements that should not be changed.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Efficient Data Protection</a:t>
            </a:r>
          </a:p>
          <a:p>
            <a:pPr lvl="4"/>
            <a:r>
              <a:rPr lang="en-US" dirty="0"/>
              <a:t>Their immutability ensures that the data they contain remains unchanged, providing data integrity in certain scenarios.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Tuples in Python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0B89B71-BC1A-5A98-6098-1BCF7D241114}"/>
                  </a:ext>
                </a:extLst>
              </p14:cNvPr>
              <p14:cNvContentPartPr/>
              <p14:nvPr/>
            </p14:nvContentPartPr>
            <p14:xfrm>
              <a:off x="8341216" y="2049433"/>
              <a:ext cx="288720" cy="642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0B89B71-BC1A-5A98-6098-1BCF7D2411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32216" y="2040793"/>
                <a:ext cx="30636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12176D-6017-F210-3CD2-F1F92744A287}"/>
                  </a:ext>
                </a:extLst>
              </p14:cNvPr>
              <p14:cNvContentPartPr/>
              <p14:nvPr/>
            </p14:nvContentPartPr>
            <p14:xfrm>
              <a:off x="11052376" y="2210713"/>
              <a:ext cx="132120" cy="449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C12176D-6017-F210-3CD2-F1F92744A2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43736" y="2202073"/>
                <a:ext cx="14976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C840F6-7F28-F607-716D-2EABF9B4DB1C}"/>
                  </a:ext>
                </a:extLst>
              </p14:cNvPr>
              <p14:cNvContentPartPr/>
              <p14:nvPr/>
            </p14:nvContentPartPr>
            <p14:xfrm>
              <a:off x="6395416" y="1200553"/>
              <a:ext cx="247320" cy="398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C840F6-7F28-F607-716D-2EABF9B4DB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6416" y="1191553"/>
                <a:ext cx="264960" cy="41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9EDD467-E981-DDB4-51D1-47DB63227F03}"/>
              </a:ext>
            </a:extLst>
          </p:cNvPr>
          <p:cNvGrpSpPr/>
          <p:nvPr/>
        </p:nvGrpSpPr>
        <p:grpSpPr>
          <a:xfrm>
            <a:off x="8396296" y="1207393"/>
            <a:ext cx="261720" cy="357480"/>
            <a:chOff x="8396296" y="1207393"/>
            <a:chExt cx="26172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282853-A99D-B368-2F11-02A49240F07C}"/>
                    </a:ext>
                  </a:extLst>
                </p14:cNvPr>
                <p14:cNvContentPartPr/>
                <p14:nvPr/>
              </p14:nvContentPartPr>
              <p14:xfrm>
                <a:off x="8428336" y="1214233"/>
                <a:ext cx="229680" cy="274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0282853-A99D-B368-2F11-02A49240F0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19696" y="1205233"/>
                  <a:ext cx="2473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42CEDC-9991-383B-4C23-362F3B12256E}"/>
                    </a:ext>
                  </a:extLst>
                </p14:cNvPr>
                <p14:cNvContentPartPr/>
                <p14:nvPr/>
              </p14:nvContentPartPr>
              <p14:xfrm>
                <a:off x="8396296" y="1207393"/>
                <a:ext cx="236160" cy="357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42CEDC-9991-383B-4C23-362F3B1225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87296" y="1198393"/>
                  <a:ext cx="253800" cy="37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3A25FE-769C-38F5-95C1-D0CCDC36CBAE}"/>
              </a:ext>
            </a:extLst>
          </p:cNvPr>
          <p:cNvGrpSpPr/>
          <p:nvPr/>
        </p:nvGrpSpPr>
        <p:grpSpPr>
          <a:xfrm>
            <a:off x="4728976" y="1110913"/>
            <a:ext cx="530280" cy="402120"/>
            <a:chOff x="4728976" y="1110913"/>
            <a:chExt cx="53028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0DDF8C-7776-D963-3DFC-47D0A8B8ED8A}"/>
                    </a:ext>
                  </a:extLst>
                </p14:cNvPr>
                <p14:cNvContentPartPr/>
                <p14:nvPr/>
              </p14:nvContentPartPr>
              <p14:xfrm>
                <a:off x="4728976" y="1145473"/>
                <a:ext cx="226800" cy="36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0DDF8C-7776-D963-3DFC-47D0A8B8ED8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20336" y="1136473"/>
                  <a:ext cx="2444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3E3A93-114D-A110-B8E9-88FD33F6E247}"/>
                    </a:ext>
                  </a:extLst>
                </p14:cNvPr>
                <p14:cNvContentPartPr/>
                <p14:nvPr/>
              </p14:nvContentPartPr>
              <p14:xfrm>
                <a:off x="5090056" y="1110913"/>
                <a:ext cx="25200" cy="78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3E3A93-114D-A110-B8E9-88FD33F6E2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081416" y="1102273"/>
                  <a:ext cx="42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263AF1-BC86-178E-DFE8-2D6F32682974}"/>
                    </a:ext>
                  </a:extLst>
                </p14:cNvPr>
                <p14:cNvContentPartPr/>
                <p14:nvPr/>
              </p14:nvContentPartPr>
              <p14:xfrm>
                <a:off x="5177176" y="1214593"/>
                <a:ext cx="82080" cy="29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263AF1-BC86-178E-DFE8-2D6F3268297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68176" y="1205953"/>
                  <a:ext cx="9972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42C3789-329B-B6B8-88B1-70E2B0171B35}"/>
                  </a:ext>
                </a:extLst>
              </p14:cNvPr>
              <p14:cNvContentPartPr/>
              <p14:nvPr/>
            </p14:nvContentPartPr>
            <p14:xfrm>
              <a:off x="5536816" y="1094713"/>
              <a:ext cx="266040" cy="417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42C3789-329B-B6B8-88B1-70E2B0171B3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28176" y="1085713"/>
                <a:ext cx="283680" cy="43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8FED14F8-A104-2E36-F6DD-4EA1EAD00E23}"/>
              </a:ext>
            </a:extLst>
          </p:cNvPr>
          <p:cNvGrpSpPr/>
          <p:nvPr/>
        </p:nvGrpSpPr>
        <p:grpSpPr>
          <a:xfrm>
            <a:off x="6689896" y="1906873"/>
            <a:ext cx="1457640" cy="610200"/>
            <a:chOff x="6689896" y="1906873"/>
            <a:chExt cx="1457640" cy="61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E9598E-2A09-0A77-A4C1-8D7AC3FBF85D}"/>
                    </a:ext>
                  </a:extLst>
                </p14:cNvPr>
                <p14:cNvContentPartPr/>
                <p14:nvPr/>
              </p14:nvContentPartPr>
              <p14:xfrm>
                <a:off x="6689896" y="1911193"/>
                <a:ext cx="375480" cy="102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E9598E-2A09-0A77-A4C1-8D7AC3FBF85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81256" y="1902553"/>
                  <a:ext cx="393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4CCDB9-F858-1416-816B-5DAE664C2069}"/>
                    </a:ext>
                  </a:extLst>
                </p14:cNvPr>
                <p14:cNvContentPartPr/>
                <p14:nvPr/>
              </p14:nvContentPartPr>
              <p14:xfrm>
                <a:off x="6793576" y="1965553"/>
                <a:ext cx="87120" cy="315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4CCDB9-F858-1416-816B-5DAE664C206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84936" y="1956913"/>
                  <a:ext cx="1047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54D5B27-F517-67BE-9F77-478E3BD13359}"/>
                    </a:ext>
                  </a:extLst>
                </p14:cNvPr>
                <p14:cNvContentPartPr/>
                <p14:nvPr/>
              </p14:nvContentPartPr>
              <p14:xfrm>
                <a:off x="6984016" y="2127193"/>
                <a:ext cx="183960" cy="149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54D5B27-F517-67BE-9F77-478E3BD1335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75376" y="2118553"/>
                  <a:ext cx="2016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FD7045-A0AE-1451-C7FB-9ACA54E1E549}"/>
                    </a:ext>
                  </a:extLst>
                </p14:cNvPr>
                <p14:cNvContentPartPr/>
                <p14:nvPr/>
              </p14:nvContentPartPr>
              <p14:xfrm>
                <a:off x="7287136" y="1974553"/>
                <a:ext cx="226080" cy="542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FD7045-A0AE-1451-C7FB-9ACA54E1E54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78136" y="1965913"/>
                  <a:ext cx="24372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12A0CA-CFAC-D570-BEC7-9467EB315221}"/>
                    </a:ext>
                  </a:extLst>
                </p14:cNvPr>
                <p14:cNvContentPartPr/>
                <p14:nvPr/>
              </p14:nvContentPartPr>
              <p14:xfrm>
                <a:off x="7629496" y="1906873"/>
                <a:ext cx="51840" cy="311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12A0CA-CFAC-D570-BEC7-9467EB31522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20496" y="1898233"/>
                  <a:ext cx="694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861CBE-D682-952C-4B41-D52830EC596F}"/>
                    </a:ext>
                  </a:extLst>
                </p14:cNvPr>
                <p14:cNvContentPartPr/>
                <p14:nvPr/>
              </p14:nvContentPartPr>
              <p14:xfrm>
                <a:off x="7641376" y="1990393"/>
                <a:ext cx="321480" cy="253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2861CBE-D682-952C-4B41-D52830EC596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32736" y="1981393"/>
                  <a:ext cx="3391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373166-6032-A57E-3B6B-4C1230351694}"/>
                    </a:ext>
                  </a:extLst>
                </p14:cNvPr>
                <p14:cNvContentPartPr/>
                <p14:nvPr/>
              </p14:nvContentPartPr>
              <p14:xfrm>
                <a:off x="8101096" y="2143393"/>
                <a:ext cx="46440" cy="2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373166-6032-A57E-3B6B-4C123035169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92096" y="2134393"/>
                  <a:ext cx="6408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7AC78DF-BC95-6AE7-C3EA-ED55E7AA867C}"/>
                  </a:ext>
                </a:extLst>
              </p14:cNvPr>
              <p14:cNvContentPartPr/>
              <p14:nvPr/>
            </p14:nvContentPartPr>
            <p14:xfrm>
              <a:off x="8772856" y="2262913"/>
              <a:ext cx="199080" cy="254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7AC78DF-BC95-6AE7-C3EA-ED55E7AA867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764216" y="2253913"/>
                <a:ext cx="2167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E5F202B-40EC-3461-797C-ED917BD2DACD}"/>
                  </a:ext>
                </a:extLst>
              </p14:cNvPr>
              <p14:cNvContentPartPr/>
              <p14:nvPr/>
            </p14:nvContentPartPr>
            <p14:xfrm>
              <a:off x="9371536" y="2434633"/>
              <a:ext cx="24120" cy="144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E5F202B-40EC-3461-797C-ED917BD2DAC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362896" y="2425993"/>
                <a:ext cx="417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0890E65-7B8A-1C8D-3BF0-9E6DCA8F7D89}"/>
                  </a:ext>
                </a:extLst>
              </p14:cNvPr>
              <p14:cNvContentPartPr/>
              <p14:nvPr/>
            </p14:nvContentPartPr>
            <p14:xfrm>
              <a:off x="9864376" y="2356513"/>
              <a:ext cx="221760" cy="2844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0890E65-7B8A-1C8D-3BF0-9E6DCA8F7D8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55736" y="2347873"/>
                <a:ext cx="23940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D42E5C0-50A2-6BF4-AEDE-B61FD586BF82}"/>
              </a:ext>
            </a:extLst>
          </p:cNvPr>
          <p:cNvGrpSpPr/>
          <p:nvPr/>
        </p:nvGrpSpPr>
        <p:grpSpPr>
          <a:xfrm>
            <a:off x="8061136" y="2685913"/>
            <a:ext cx="735480" cy="614520"/>
            <a:chOff x="8061136" y="2685913"/>
            <a:chExt cx="735480" cy="6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F2A1AB-899B-0FEB-A2C6-6040F40D4384}"/>
                    </a:ext>
                  </a:extLst>
                </p14:cNvPr>
                <p14:cNvContentPartPr/>
                <p14:nvPr/>
              </p14:nvContentPartPr>
              <p14:xfrm>
                <a:off x="8061136" y="2685913"/>
                <a:ext cx="472680" cy="554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F2A1AB-899B-0FEB-A2C6-6040F40D43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052496" y="2677273"/>
                  <a:ext cx="4903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6CC2F0-60B6-DA76-311C-6D9648A794DD}"/>
                    </a:ext>
                  </a:extLst>
                </p14:cNvPr>
                <p14:cNvContentPartPr/>
                <p14:nvPr/>
              </p14:nvContentPartPr>
              <p14:xfrm>
                <a:off x="8670976" y="3064993"/>
                <a:ext cx="125640" cy="235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6CC2F0-60B6-DA76-311C-6D9648A794D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61976" y="3055993"/>
                  <a:ext cx="14328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FDAAD0-FE42-9140-C00C-33DDDAD99614}"/>
              </a:ext>
            </a:extLst>
          </p:cNvPr>
          <p:cNvGrpSpPr/>
          <p:nvPr/>
        </p:nvGrpSpPr>
        <p:grpSpPr>
          <a:xfrm>
            <a:off x="7655416" y="4355233"/>
            <a:ext cx="1028880" cy="633960"/>
            <a:chOff x="7655416" y="4355233"/>
            <a:chExt cx="1028880" cy="63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5295CB-A755-933B-A50A-DEAAA62E0246}"/>
                    </a:ext>
                  </a:extLst>
                </p14:cNvPr>
                <p14:cNvContentPartPr/>
                <p14:nvPr/>
              </p14:nvContentPartPr>
              <p14:xfrm>
                <a:off x="7655416" y="4355233"/>
                <a:ext cx="411480" cy="105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5295CB-A755-933B-A50A-DEAAA62E024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46776" y="4346233"/>
                  <a:ext cx="429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1EF9B4-5D19-8F07-B9DF-317D4269F87C}"/>
                    </a:ext>
                  </a:extLst>
                </p14:cNvPr>
                <p14:cNvContentPartPr/>
                <p14:nvPr/>
              </p14:nvContentPartPr>
              <p14:xfrm>
                <a:off x="7837936" y="4389793"/>
                <a:ext cx="140040" cy="320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1EF9B4-5D19-8F07-B9DF-317D4269F87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28936" y="4381153"/>
                  <a:ext cx="1576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D7D41B-B866-CBBE-FA60-B86C2E4279D3}"/>
                    </a:ext>
                  </a:extLst>
                </p14:cNvPr>
                <p14:cNvContentPartPr/>
                <p14:nvPr/>
              </p14:nvContentPartPr>
              <p14:xfrm>
                <a:off x="8050696" y="4593913"/>
                <a:ext cx="348840" cy="395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D7D41B-B866-CBBE-FA60-B86C2E4279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42056" y="4584913"/>
                  <a:ext cx="3664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C5E31F0-97C6-A921-C036-0B568A84BDE9}"/>
                    </a:ext>
                  </a:extLst>
                </p14:cNvPr>
                <p14:cNvContentPartPr/>
                <p14:nvPr/>
              </p14:nvContentPartPr>
              <p14:xfrm>
                <a:off x="8529496" y="4465393"/>
                <a:ext cx="154800" cy="262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C5E31F0-97C6-A921-C036-0B568A84BDE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520856" y="4456753"/>
                  <a:ext cx="172440" cy="28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212949D-1687-349C-DCA1-E1F232971CB9}"/>
                  </a:ext>
                </a:extLst>
              </p14:cNvPr>
              <p14:cNvContentPartPr/>
              <p14:nvPr/>
            </p14:nvContentPartPr>
            <p14:xfrm>
              <a:off x="10767616" y="4336153"/>
              <a:ext cx="219600" cy="346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212949D-1687-349C-DCA1-E1F232971CB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758616" y="4327153"/>
                <a:ext cx="237240" cy="36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555DD513-4357-2D83-7795-97AA8109A3EF}"/>
              </a:ext>
            </a:extLst>
          </p:cNvPr>
          <p:cNvGrpSpPr/>
          <p:nvPr/>
        </p:nvGrpSpPr>
        <p:grpSpPr>
          <a:xfrm>
            <a:off x="8985616" y="4278553"/>
            <a:ext cx="1300320" cy="475920"/>
            <a:chOff x="8985616" y="4278553"/>
            <a:chExt cx="130032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75979D5-A124-86A9-A499-FF3627253D5B}"/>
                    </a:ext>
                  </a:extLst>
                </p14:cNvPr>
                <p14:cNvContentPartPr/>
                <p14:nvPr/>
              </p14:nvContentPartPr>
              <p14:xfrm>
                <a:off x="8985616" y="4278553"/>
                <a:ext cx="235080" cy="417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75979D5-A124-86A9-A499-FF3627253D5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976616" y="4269913"/>
                  <a:ext cx="2527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E0645C-FBA2-DCDD-2CDB-2FF2D5DB7A0F}"/>
                    </a:ext>
                  </a:extLst>
                </p14:cNvPr>
                <p14:cNvContentPartPr/>
                <p14:nvPr/>
              </p14:nvContentPartPr>
              <p14:xfrm>
                <a:off x="9354616" y="4434793"/>
                <a:ext cx="202680" cy="193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E0645C-FBA2-DCDD-2CDB-2FF2D5DB7A0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345616" y="4425793"/>
                  <a:ext cx="220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E5351F-2194-959B-C764-F6FD8B947A46}"/>
                    </a:ext>
                  </a:extLst>
                </p14:cNvPr>
                <p14:cNvContentPartPr/>
                <p14:nvPr/>
              </p14:nvContentPartPr>
              <p14:xfrm>
                <a:off x="9630376" y="4297273"/>
                <a:ext cx="228240" cy="45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E5351F-2194-959B-C764-F6FD8B947A4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21736" y="4288273"/>
                  <a:ext cx="24588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77E8BAE-E0B1-8E6C-FAE1-A056BA413038}"/>
                    </a:ext>
                  </a:extLst>
                </p14:cNvPr>
                <p14:cNvContentPartPr/>
                <p14:nvPr/>
              </p14:nvContentPartPr>
              <p14:xfrm>
                <a:off x="10175776" y="4466113"/>
                <a:ext cx="110160" cy="32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77E8BAE-E0B1-8E6C-FAE1-A056BA4130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66776" y="4457473"/>
                  <a:ext cx="127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7B5E3C7-9EBA-45B1-62D1-C1BFE7595CEE}"/>
                    </a:ext>
                  </a:extLst>
                </p14:cNvPr>
                <p14:cNvContentPartPr/>
                <p14:nvPr/>
              </p14:nvContentPartPr>
              <p14:xfrm>
                <a:off x="10188016" y="4576993"/>
                <a:ext cx="71280" cy="9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7B5E3C7-9EBA-45B1-62D1-C1BFE7595CE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79376" y="4567993"/>
                  <a:ext cx="88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BC9102-FF85-1569-159F-AA4D2E7A3DDA}"/>
                    </a:ext>
                  </a:extLst>
                </p14:cNvPr>
                <p14:cNvContentPartPr/>
                <p14:nvPr/>
              </p14:nvContentPartPr>
              <p14:xfrm>
                <a:off x="9906136" y="4322113"/>
                <a:ext cx="184680" cy="295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BC9102-FF85-1569-159F-AA4D2E7A3DD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97136" y="4313473"/>
                  <a:ext cx="2023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3B6F84-F701-299B-3C8F-D470D83CE57C}"/>
                    </a:ext>
                  </a:extLst>
                </p14:cNvPr>
                <p14:cNvContentPartPr/>
                <p14:nvPr/>
              </p14:nvContentPartPr>
              <p14:xfrm>
                <a:off x="9746656" y="4339393"/>
                <a:ext cx="397440" cy="360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3B6F84-F701-299B-3C8F-D470D83CE57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38016" y="4330753"/>
                  <a:ext cx="4150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492F03D-BC22-FF62-0C42-33E602D80D84}"/>
                    </a:ext>
                  </a:extLst>
                </p14:cNvPr>
                <p14:cNvContentPartPr/>
                <p14:nvPr/>
              </p14:nvContentPartPr>
              <p14:xfrm>
                <a:off x="9378736" y="4375033"/>
                <a:ext cx="198360" cy="360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492F03D-BC22-FF62-0C42-33E602D80D8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70096" y="4366033"/>
                  <a:ext cx="2160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6925D7-5021-E427-CEE1-B38EE3389F87}"/>
                    </a:ext>
                  </a:extLst>
                </p14:cNvPr>
                <p14:cNvContentPartPr/>
                <p14:nvPr/>
              </p14:nvContentPartPr>
              <p14:xfrm>
                <a:off x="9380896" y="4366753"/>
                <a:ext cx="183240" cy="37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6925D7-5021-E427-CEE1-B38EE3389F8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372256" y="4358113"/>
                  <a:ext cx="20088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E72D3C3-FDD0-8FA3-FCBE-9D88D531053D}"/>
                  </a:ext>
                </a:extLst>
              </p14:cNvPr>
              <p14:cNvContentPartPr/>
              <p14:nvPr/>
            </p14:nvContentPartPr>
            <p14:xfrm>
              <a:off x="8881576" y="4974433"/>
              <a:ext cx="1112040" cy="1519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E72D3C3-FDD0-8FA3-FCBE-9D88D531053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872576" y="4965793"/>
                <a:ext cx="11296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BA061E0-0EAC-2B8D-BE70-B50E839485F0}"/>
                  </a:ext>
                </a:extLst>
              </p14:cNvPr>
              <p14:cNvContentPartPr/>
              <p14:nvPr/>
            </p14:nvContentPartPr>
            <p14:xfrm>
              <a:off x="9233656" y="5288713"/>
              <a:ext cx="281520" cy="28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BA061E0-0EAC-2B8D-BE70-B50E839485F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224656" y="5280073"/>
                <a:ext cx="2991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24A17F9-ACD3-B445-8F2C-939AF16B5894}"/>
                  </a:ext>
                </a:extLst>
              </p14:cNvPr>
              <p14:cNvContentPartPr/>
              <p14:nvPr/>
            </p14:nvContentPartPr>
            <p14:xfrm>
              <a:off x="2557456" y="1454713"/>
              <a:ext cx="100440" cy="4071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24A17F9-ACD3-B445-8F2C-939AF16B589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548456" y="1446073"/>
                <a:ext cx="118080" cy="42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FEEB4F58-A334-818D-4178-1986E335702E}"/>
              </a:ext>
            </a:extLst>
          </p:cNvPr>
          <p:cNvGrpSpPr/>
          <p:nvPr/>
        </p:nvGrpSpPr>
        <p:grpSpPr>
          <a:xfrm>
            <a:off x="1440736" y="1479913"/>
            <a:ext cx="779040" cy="810360"/>
            <a:chOff x="1440736" y="1479913"/>
            <a:chExt cx="779040" cy="81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F6902C0-C5D1-053B-1CD4-E8E9A4E188A6}"/>
                    </a:ext>
                  </a:extLst>
                </p14:cNvPr>
                <p14:cNvContentPartPr/>
                <p14:nvPr/>
              </p14:nvContentPartPr>
              <p14:xfrm>
                <a:off x="1440736" y="1479913"/>
                <a:ext cx="127440" cy="405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F6902C0-C5D1-053B-1CD4-E8E9A4E188A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32096" y="1470913"/>
                  <a:ext cx="1450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4F515A7-9D52-E840-12A1-DB5FD7685389}"/>
                    </a:ext>
                  </a:extLst>
                </p14:cNvPr>
                <p14:cNvContentPartPr/>
                <p14:nvPr/>
              </p14:nvContentPartPr>
              <p14:xfrm>
                <a:off x="1575376" y="1975273"/>
                <a:ext cx="540360" cy="128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4F515A7-9D52-E840-12A1-DB5FD768538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66736" y="1966633"/>
                  <a:ext cx="558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E09BACC-8E83-D62E-66D8-08157782659C}"/>
                    </a:ext>
                  </a:extLst>
                </p14:cNvPr>
                <p14:cNvContentPartPr/>
                <p14:nvPr/>
              </p14:nvContentPartPr>
              <p14:xfrm>
                <a:off x="1733416" y="2112433"/>
                <a:ext cx="486360" cy="138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E09BACC-8E83-D62E-66D8-08157782659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724416" y="2103793"/>
                  <a:ext cx="504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721ED5-CB11-FB96-86EA-3EB7DD61430B}"/>
                    </a:ext>
                  </a:extLst>
                </p14:cNvPr>
                <p14:cNvContentPartPr/>
                <p14:nvPr/>
              </p14:nvContentPartPr>
              <p14:xfrm>
                <a:off x="1924936" y="2189833"/>
                <a:ext cx="265320" cy="100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721ED5-CB11-FB96-86EA-3EB7DD61430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16296" y="2180833"/>
                  <a:ext cx="282960" cy="118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Key-Value Pairing</a:t>
            </a:r>
          </a:p>
          <a:p>
            <a:pPr lvl="4"/>
            <a:r>
              <a:rPr lang="en-US" dirty="0"/>
              <a:t>Dictionaries in Python are unordered and mutable, allowing for efficient storage and retrieval of data through key-value associations.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Fast Data Lookup</a:t>
            </a:r>
          </a:p>
          <a:p>
            <a:pPr lvl="4"/>
            <a:r>
              <a:rPr lang="en-US" dirty="0"/>
              <a:t>They provide fast lookup times for accessing values based on their associated keys, making them ideal for tasks like indexing and mapping.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Dictionaries in Python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DEAF201-3FC6-0223-AC74-BB7E191A91E8}"/>
                  </a:ext>
                </a:extLst>
              </p14:cNvPr>
              <p14:cNvContentPartPr/>
              <p14:nvPr/>
            </p14:nvContentPartPr>
            <p14:xfrm>
              <a:off x="8187136" y="1744153"/>
              <a:ext cx="258840" cy="599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DEAF201-3FC6-0223-AC74-BB7E191A91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78496" y="1735513"/>
                <a:ext cx="276480" cy="6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230B54F-11DF-7DEA-FAEE-EA9D2FC257BF}"/>
                  </a:ext>
                </a:extLst>
              </p14:cNvPr>
              <p14:cNvContentPartPr/>
              <p14:nvPr/>
            </p14:nvContentPartPr>
            <p14:xfrm>
              <a:off x="10297096" y="4142833"/>
              <a:ext cx="231120" cy="631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230B54F-11DF-7DEA-FAEE-EA9D2FC257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88456" y="4133833"/>
                <a:ext cx="248760" cy="64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5789C028-7A20-05FB-13F0-9705FBEB22DE}"/>
              </a:ext>
            </a:extLst>
          </p:cNvPr>
          <p:cNvGrpSpPr/>
          <p:nvPr/>
        </p:nvGrpSpPr>
        <p:grpSpPr>
          <a:xfrm>
            <a:off x="8679256" y="2167873"/>
            <a:ext cx="712080" cy="531360"/>
            <a:chOff x="8679256" y="2167873"/>
            <a:chExt cx="71208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8EFB57-0367-3334-EC02-2B8D302C0067}"/>
                    </a:ext>
                  </a:extLst>
                </p14:cNvPr>
                <p14:cNvContentPartPr/>
                <p14:nvPr/>
              </p14:nvContentPartPr>
              <p14:xfrm>
                <a:off x="8679256" y="2167873"/>
                <a:ext cx="23760" cy="272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8EFB57-0367-3334-EC02-2B8D302C006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70256" y="2158873"/>
                  <a:ext cx="41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01DDBA-E4F8-C145-0BE1-8669325A268F}"/>
                    </a:ext>
                  </a:extLst>
                </p14:cNvPr>
                <p14:cNvContentPartPr/>
                <p14:nvPr/>
              </p14:nvContentPartPr>
              <p14:xfrm>
                <a:off x="8751616" y="2224753"/>
                <a:ext cx="639720" cy="474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01DDBA-E4F8-C145-0BE1-8669325A26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42616" y="2215753"/>
                  <a:ext cx="657360" cy="49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C41D75E-71E6-52C3-27A1-1CDF4CC05B8C}"/>
                  </a:ext>
                </a:extLst>
              </p14:cNvPr>
              <p14:cNvContentPartPr/>
              <p14:nvPr/>
            </p14:nvContentPartPr>
            <p14:xfrm>
              <a:off x="9811816" y="2191273"/>
              <a:ext cx="43560" cy="24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C41D75E-71E6-52C3-27A1-1CDF4CC05B8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03176" y="2182633"/>
                <a:ext cx="612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3C10C8-9960-DA44-4632-9C26953F2092}"/>
                  </a:ext>
                </a:extLst>
              </p14:cNvPr>
              <p14:cNvContentPartPr/>
              <p14:nvPr/>
            </p14:nvContentPartPr>
            <p14:xfrm>
              <a:off x="9899296" y="2418073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3C10C8-9960-DA44-4632-9C26953F209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90296" y="240943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F37F241-5280-F548-01E0-DC4E1CFBC662}"/>
              </a:ext>
            </a:extLst>
          </p:cNvPr>
          <p:cNvGrpSpPr/>
          <p:nvPr/>
        </p:nvGrpSpPr>
        <p:grpSpPr>
          <a:xfrm>
            <a:off x="10288096" y="2197753"/>
            <a:ext cx="1286280" cy="504720"/>
            <a:chOff x="10288096" y="2197753"/>
            <a:chExt cx="128628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8F1527A-99D8-91C7-CD8E-0311CA91E1B4}"/>
                    </a:ext>
                  </a:extLst>
                </p14:cNvPr>
                <p14:cNvContentPartPr/>
                <p14:nvPr/>
              </p14:nvContentPartPr>
              <p14:xfrm>
                <a:off x="10288096" y="2297473"/>
                <a:ext cx="173520" cy="147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8F1527A-99D8-91C7-CD8E-0311CA91E1B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79456" y="2288833"/>
                  <a:ext cx="191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08FE2D-2A90-98CE-5B72-5945D680D416}"/>
                    </a:ext>
                  </a:extLst>
                </p14:cNvPr>
                <p14:cNvContentPartPr/>
                <p14:nvPr/>
              </p14:nvContentPartPr>
              <p14:xfrm>
                <a:off x="10620376" y="2350753"/>
                <a:ext cx="123840" cy="148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08FE2D-2A90-98CE-5B72-5945D680D4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11376" y="2341753"/>
                  <a:ext cx="141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91709C4-7FBD-0267-B7F6-D6FCDA66E890}"/>
                    </a:ext>
                  </a:extLst>
                </p14:cNvPr>
                <p14:cNvContentPartPr/>
                <p14:nvPr/>
              </p14:nvContentPartPr>
              <p14:xfrm>
                <a:off x="10886776" y="2197753"/>
                <a:ext cx="53280" cy="218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91709C4-7FBD-0267-B7F6-D6FCDA66E89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78136" y="2188753"/>
                  <a:ext cx="70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3D5536-A63C-0485-6846-25B45784F26E}"/>
                    </a:ext>
                  </a:extLst>
                </p14:cNvPr>
                <p14:cNvContentPartPr/>
                <p14:nvPr/>
              </p14:nvContentPartPr>
              <p14:xfrm>
                <a:off x="11005216" y="2374153"/>
                <a:ext cx="371880" cy="168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3D5536-A63C-0485-6846-25B45784F26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996576" y="2365513"/>
                  <a:ext cx="389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3E1130-F183-397F-0539-749149B0326D}"/>
                    </a:ext>
                  </a:extLst>
                </p14:cNvPr>
                <p14:cNvContentPartPr/>
                <p14:nvPr/>
              </p14:nvContentPartPr>
              <p14:xfrm>
                <a:off x="11566096" y="2612113"/>
                <a:ext cx="8280" cy="90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3E1130-F183-397F-0539-749149B0326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557456" y="2603113"/>
                  <a:ext cx="2592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D59CED6-926A-5026-9D91-192C0149CB47}"/>
                  </a:ext>
                </a:extLst>
              </p14:cNvPr>
              <p14:cNvContentPartPr/>
              <p14:nvPr/>
            </p14:nvContentPartPr>
            <p14:xfrm>
              <a:off x="6640576" y="486673"/>
              <a:ext cx="281520" cy="462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D59CED6-926A-5026-9D91-192C0149CB4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31576" y="478033"/>
                <a:ext cx="29916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E11DCE6-3523-E667-4937-DC2206B0940A}"/>
                  </a:ext>
                </a:extLst>
              </p14:cNvPr>
              <p14:cNvContentPartPr/>
              <p14:nvPr/>
            </p14:nvContentPartPr>
            <p14:xfrm>
              <a:off x="7294336" y="615553"/>
              <a:ext cx="319680" cy="218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E11DCE6-3523-E667-4937-DC2206B0940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85336" y="606913"/>
                <a:ext cx="337320" cy="2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C7337304-0584-0EDD-DA3E-2C35D75E60CD}"/>
              </a:ext>
            </a:extLst>
          </p:cNvPr>
          <p:cNvGrpSpPr/>
          <p:nvPr/>
        </p:nvGrpSpPr>
        <p:grpSpPr>
          <a:xfrm>
            <a:off x="7377136" y="98953"/>
            <a:ext cx="319320" cy="246240"/>
            <a:chOff x="7377136" y="98953"/>
            <a:chExt cx="31932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FB7938F-25F6-44A9-5CA1-5A28AC54CEF8}"/>
                    </a:ext>
                  </a:extLst>
                </p14:cNvPr>
                <p14:cNvContentPartPr/>
                <p14:nvPr/>
              </p14:nvContentPartPr>
              <p14:xfrm>
                <a:off x="7377136" y="155473"/>
                <a:ext cx="87120" cy="120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FB7938F-25F6-44A9-5CA1-5A28AC54CEF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68136" y="146473"/>
                  <a:ext cx="1047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F5C2F6C-CBAC-F3C8-FFA3-7A37B56CE2DB}"/>
                    </a:ext>
                  </a:extLst>
                </p14:cNvPr>
                <p14:cNvContentPartPr/>
                <p14:nvPr/>
              </p14:nvContentPartPr>
              <p14:xfrm>
                <a:off x="7399096" y="98953"/>
                <a:ext cx="297360" cy="246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F5C2F6C-CBAC-F3C8-FFA3-7A37B56CE2D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390456" y="90313"/>
                  <a:ext cx="31500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B067DBB-DB63-0074-484A-0BE4E0D0C696}"/>
                  </a:ext>
                </a:extLst>
              </p14:cNvPr>
              <p14:cNvContentPartPr/>
              <p14:nvPr/>
            </p14:nvContentPartPr>
            <p14:xfrm>
              <a:off x="9079216" y="4045633"/>
              <a:ext cx="11520" cy="208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B067DBB-DB63-0074-484A-0BE4E0D0C69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070576" y="4036633"/>
                <a:ext cx="291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449982E2-7F9C-04F1-78B2-7ED2A28CF7A2}"/>
              </a:ext>
            </a:extLst>
          </p:cNvPr>
          <p:cNvGrpSpPr/>
          <p:nvPr/>
        </p:nvGrpSpPr>
        <p:grpSpPr>
          <a:xfrm>
            <a:off x="7991656" y="78073"/>
            <a:ext cx="2098080" cy="1100520"/>
            <a:chOff x="7991656" y="78073"/>
            <a:chExt cx="2098080" cy="11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197D164-34AE-592C-D1D1-B436099F0E3C}"/>
                    </a:ext>
                  </a:extLst>
                </p14:cNvPr>
                <p14:cNvContentPartPr/>
                <p14:nvPr/>
              </p14:nvContentPartPr>
              <p14:xfrm>
                <a:off x="9932416" y="607993"/>
                <a:ext cx="157320" cy="38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197D164-34AE-592C-D1D1-B436099F0E3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23776" y="598993"/>
                  <a:ext cx="1749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358550C-4750-9B5E-CA38-33656382E764}"/>
                    </a:ext>
                  </a:extLst>
                </p14:cNvPr>
                <p14:cNvContentPartPr/>
                <p14:nvPr/>
              </p14:nvContentPartPr>
              <p14:xfrm>
                <a:off x="7991656" y="800593"/>
                <a:ext cx="55440" cy="157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358550C-4750-9B5E-CA38-33656382E76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82656" y="791593"/>
                  <a:ext cx="73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B5F831F-B1C8-9D4D-4318-C11B92E21069}"/>
                    </a:ext>
                  </a:extLst>
                </p14:cNvPr>
                <p14:cNvContentPartPr/>
                <p14:nvPr/>
              </p14:nvContentPartPr>
              <p14:xfrm>
                <a:off x="8376856" y="637153"/>
                <a:ext cx="239040" cy="321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B5F831F-B1C8-9D4D-4318-C11B92E2106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68216" y="628153"/>
                  <a:ext cx="2566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2BADE41-F5B7-0450-4E14-4C9F40C2DF71}"/>
                    </a:ext>
                  </a:extLst>
                </p14:cNvPr>
                <p14:cNvContentPartPr/>
                <p14:nvPr/>
              </p14:nvContentPartPr>
              <p14:xfrm>
                <a:off x="8888416" y="954673"/>
                <a:ext cx="26640" cy="96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2BADE41-F5B7-0450-4E14-4C9F40C2DF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79416" y="946033"/>
                  <a:ext cx="44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AEA4407-C2D0-D97A-6253-309EDB7FA13A}"/>
                    </a:ext>
                  </a:extLst>
                </p14:cNvPr>
                <p14:cNvContentPartPr/>
                <p14:nvPr/>
              </p14:nvContentPartPr>
              <p14:xfrm>
                <a:off x="9235456" y="676393"/>
                <a:ext cx="59040" cy="301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AEA4407-C2D0-D97A-6253-309EDB7FA1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26456" y="667393"/>
                  <a:ext cx="766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C7B2F6B-219C-9417-A141-BC1992988694}"/>
                    </a:ext>
                  </a:extLst>
                </p14:cNvPr>
                <p14:cNvContentPartPr/>
                <p14:nvPr/>
              </p14:nvContentPartPr>
              <p14:xfrm>
                <a:off x="9398536" y="769633"/>
                <a:ext cx="107280" cy="312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C7B2F6B-219C-9417-A141-BC199298869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389536" y="760993"/>
                  <a:ext cx="1249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578EB0D-767B-303B-F7C7-9A0B7BCDBBAB}"/>
                    </a:ext>
                  </a:extLst>
                </p14:cNvPr>
                <p14:cNvContentPartPr/>
                <p14:nvPr/>
              </p14:nvContentPartPr>
              <p14:xfrm>
                <a:off x="8765296" y="196513"/>
                <a:ext cx="6480" cy="173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578EB0D-767B-303B-F7C7-9A0B7BCDBBA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56656" y="187513"/>
                  <a:ext cx="24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6E2D183-DD2F-B1FF-0BB9-26B96F8368F9}"/>
                    </a:ext>
                  </a:extLst>
                </p14:cNvPr>
                <p14:cNvContentPartPr/>
                <p14:nvPr/>
              </p14:nvContentPartPr>
              <p14:xfrm>
                <a:off x="9429856" y="146113"/>
                <a:ext cx="396000" cy="213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6E2D183-DD2F-B1FF-0BB9-26B96F8368F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21216" y="137113"/>
                  <a:ext cx="413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A9B6C9-C149-8F65-B40A-AEF70840929E}"/>
                    </a:ext>
                  </a:extLst>
                </p14:cNvPr>
                <p14:cNvContentPartPr/>
                <p14:nvPr/>
              </p14:nvContentPartPr>
              <p14:xfrm>
                <a:off x="8234296" y="152233"/>
                <a:ext cx="797040" cy="1026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A9B6C9-C149-8F65-B40A-AEF70840929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25656" y="143593"/>
                  <a:ext cx="81468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83815BC-FF87-AA28-1C3B-79173423E1A3}"/>
                    </a:ext>
                  </a:extLst>
                </p14:cNvPr>
                <p14:cNvContentPartPr/>
                <p14:nvPr/>
              </p14:nvContentPartPr>
              <p14:xfrm>
                <a:off x="8308456" y="564793"/>
                <a:ext cx="507960" cy="449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83815BC-FF87-AA28-1C3B-79173423E1A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99456" y="556153"/>
                  <a:ext cx="52560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089A3F-3202-45D7-2CD7-08751755013A}"/>
                    </a:ext>
                  </a:extLst>
                </p14:cNvPr>
                <p14:cNvContentPartPr/>
                <p14:nvPr/>
              </p14:nvContentPartPr>
              <p14:xfrm>
                <a:off x="8508256" y="78073"/>
                <a:ext cx="545400" cy="357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089A3F-3202-45D7-2CD7-08751755013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99256" y="69433"/>
                  <a:ext cx="5630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B13CC38-75D5-AE8E-BBEF-02900FE79016}"/>
                    </a:ext>
                  </a:extLst>
                </p14:cNvPr>
                <p14:cNvContentPartPr/>
                <p14:nvPr/>
              </p14:nvContentPartPr>
              <p14:xfrm>
                <a:off x="8224576" y="555793"/>
                <a:ext cx="593640" cy="416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B13CC38-75D5-AE8E-BBEF-02900FE7901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15576" y="547153"/>
                  <a:ext cx="611280" cy="43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E3090FE-C152-3ADC-B95D-101C56351F0C}"/>
              </a:ext>
            </a:extLst>
          </p:cNvPr>
          <p:cNvGrpSpPr/>
          <p:nvPr/>
        </p:nvGrpSpPr>
        <p:grpSpPr>
          <a:xfrm>
            <a:off x="8790136" y="3170113"/>
            <a:ext cx="1107360" cy="665280"/>
            <a:chOff x="8790136" y="3170113"/>
            <a:chExt cx="1107360" cy="66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C0AA1E-977C-6B4F-D9CE-E342844D9760}"/>
                    </a:ext>
                  </a:extLst>
                </p14:cNvPr>
                <p14:cNvContentPartPr/>
                <p14:nvPr/>
              </p14:nvContentPartPr>
              <p14:xfrm>
                <a:off x="8790136" y="3208273"/>
                <a:ext cx="36000" cy="223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C0AA1E-977C-6B4F-D9CE-E342844D976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81136" y="3199273"/>
                  <a:ext cx="53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55C25B-768F-1BA7-3583-B341F02BB1B3}"/>
                    </a:ext>
                  </a:extLst>
                </p14:cNvPr>
                <p14:cNvContentPartPr/>
                <p14:nvPr/>
              </p14:nvContentPartPr>
              <p14:xfrm>
                <a:off x="8857456" y="3233473"/>
                <a:ext cx="506520" cy="404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55C25B-768F-1BA7-3583-B341F02BB1B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48816" y="3224833"/>
                  <a:ext cx="5241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FC1567-BB71-19B8-E43E-EF0EB133787F}"/>
                    </a:ext>
                  </a:extLst>
                </p14:cNvPr>
                <p14:cNvContentPartPr/>
                <p14:nvPr/>
              </p14:nvContentPartPr>
              <p14:xfrm>
                <a:off x="9833056" y="3293233"/>
                <a:ext cx="64440" cy="15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FC1567-BB71-19B8-E43E-EF0EB133787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24056" y="3284233"/>
                  <a:ext cx="82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F86D21-2648-06E3-D105-C17D3C679FB9}"/>
                    </a:ext>
                  </a:extLst>
                </p14:cNvPr>
                <p14:cNvContentPartPr/>
                <p14:nvPr/>
              </p14:nvContentPartPr>
              <p14:xfrm>
                <a:off x="8792656" y="3170113"/>
                <a:ext cx="953640" cy="665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F86D21-2648-06E3-D105-C17D3C679FB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83656" y="3161473"/>
                  <a:ext cx="971280" cy="68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168BA06-F71F-6EBD-F45F-954F182C096D}"/>
              </a:ext>
            </a:extLst>
          </p:cNvPr>
          <p:cNvGrpSpPr/>
          <p:nvPr/>
        </p:nvGrpSpPr>
        <p:grpSpPr>
          <a:xfrm>
            <a:off x="10338496" y="3108553"/>
            <a:ext cx="1286640" cy="584280"/>
            <a:chOff x="10338496" y="3108553"/>
            <a:chExt cx="1286640" cy="58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726541-94BA-58FC-49FD-971CB9A8AB4D}"/>
                    </a:ext>
                  </a:extLst>
                </p14:cNvPr>
                <p14:cNvContentPartPr/>
                <p14:nvPr/>
              </p14:nvContentPartPr>
              <p14:xfrm>
                <a:off x="10371616" y="3316633"/>
                <a:ext cx="130680" cy="111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726541-94BA-58FC-49FD-971CB9A8AB4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62616" y="3307993"/>
                  <a:ext cx="148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E73E0E-40D4-2454-07B6-C349FA49405C}"/>
                    </a:ext>
                  </a:extLst>
                </p14:cNvPr>
                <p14:cNvContentPartPr/>
                <p14:nvPr/>
              </p14:nvContentPartPr>
              <p14:xfrm>
                <a:off x="10639456" y="3336793"/>
                <a:ext cx="102960" cy="13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E73E0E-40D4-2454-07B6-C349FA49405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30816" y="3327793"/>
                  <a:ext cx="120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78A151-45A6-1371-23A8-9090CB198D5F}"/>
                    </a:ext>
                  </a:extLst>
                </p14:cNvPr>
                <p14:cNvContentPartPr/>
                <p14:nvPr/>
              </p14:nvContentPartPr>
              <p14:xfrm>
                <a:off x="10889296" y="3202153"/>
                <a:ext cx="63360" cy="210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78A151-45A6-1371-23A8-9090CB198D5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80296" y="3193513"/>
                  <a:ext cx="81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4C84193-82CE-9A5C-B9E3-B025FFB19C4C}"/>
                    </a:ext>
                  </a:extLst>
                </p14:cNvPr>
                <p14:cNvContentPartPr/>
                <p14:nvPr/>
              </p14:nvContentPartPr>
              <p14:xfrm>
                <a:off x="10952296" y="3383593"/>
                <a:ext cx="338040" cy="155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4C84193-82CE-9A5C-B9E3-B025FFB19C4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943656" y="3374593"/>
                  <a:ext cx="355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5893136-BC73-7398-90B3-333A29E8BDF7}"/>
                    </a:ext>
                  </a:extLst>
                </p14:cNvPr>
                <p14:cNvContentPartPr/>
                <p14:nvPr/>
              </p14:nvContentPartPr>
              <p14:xfrm>
                <a:off x="10338496" y="3108553"/>
                <a:ext cx="1286640" cy="584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5893136-BC73-7398-90B3-333A29E8BDF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29496" y="3099553"/>
                  <a:ext cx="1304280" cy="601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Unique Element Storage</a:t>
            </a:r>
          </a:p>
          <a:p>
            <a:pPr lvl="4"/>
            <a:r>
              <a:rPr lang="en-US" dirty="0"/>
              <a:t>Sets in Python are unordered and mutable collections that store unique elements, making them useful for tasks like removing duplicates from a sequence.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Efficient Data Deduplication</a:t>
            </a:r>
          </a:p>
          <a:p>
            <a:pPr lvl="4"/>
            <a:r>
              <a:rPr lang="en-US" dirty="0"/>
              <a:t>They provide an efficient way to eliminate duplicate elements from other data structures like lists or tuples.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Sets in Python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503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Poppins Light</vt:lpstr>
      <vt:lpstr>Poppins Medium</vt:lpstr>
      <vt:lpstr>Poppins Regular</vt:lpstr>
      <vt:lpstr>Poppins SemiBold</vt:lpstr>
      <vt:lpstr>Office 主题​​</vt:lpstr>
      <vt:lpstr>Intro to Data Structures in Python</vt:lpstr>
      <vt:lpstr>Content</vt:lpstr>
      <vt:lpstr>Understanding Data Structures</vt:lpstr>
      <vt:lpstr>What Are Data Structures?</vt:lpstr>
      <vt:lpstr>Types of Data Structures</vt:lpstr>
      <vt:lpstr>Importance of Data Structures</vt:lpstr>
      <vt:lpstr>Real-World Applications</vt:lpstr>
      <vt:lpstr>Data Structures in Python</vt:lpstr>
      <vt:lpstr>Lists in Python</vt:lpstr>
      <vt:lpstr>Tuples in Python</vt:lpstr>
      <vt:lpstr>Dictionaries in Python</vt:lpstr>
      <vt:lpstr>Sets in Python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SkinnyFish</dc:creator>
  <cp:lastModifiedBy>Shubhankit Sirvaiya</cp:lastModifiedBy>
  <cp:revision>126</cp:revision>
  <dcterms:created xsi:type="dcterms:W3CDTF">2024-01-12T07:48:11Z</dcterms:created>
  <dcterms:modified xsi:type="dcterms:W3CDTF">2024-02-03T13:45:41Z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9DD6DF833E394729E4E16E651B262C40_43</vt:lpwstr>
  </property>
</Properties>
</file>