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4118" autoAdjust="0"/>
  </p:normalViewPr>
  <p:slideViewPr>
    <p:cSldViewPr snapToGrid="0">
      <p:cViewPr varScale="1">
        <p:scale>
          <a:sx n="77" d="100"/>
          <a:sy n="7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3:2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0 308 268 0 0,'0'0'1183'0'0,"5"12"-872"0"0,15 35 31 0 0,-15-36 642 0 0,9-13-676 0 0,42-6-35 0 0,-54 7-248 0 0,1 1-1 0 0,-1 0 1 0 0,1-1 0 0 0,-1 0 0 0 0,1 1-1 0 0,-1-1 1 0 0,1 0 0 0 0,-1 0 0 0 0,3-2-1 0 0,170-88 588 0 0,-73 39-509 0 0,154-78 252 0 0,-94 49-3191 0 0,-152 77 1622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3:3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1 586 44 0 0,'0'0'2154'0'0,"3"1"-1466"0"0,2-1-534 0 0,0-1 1 0 0,0 1 0 0 0,-1-1 0 0 0,1 0 0 0 0,0 0 0 0 0,0 0 0 0 0,-1-1 0 0 0,1 0 0 0 0,-1 0-1 0 0,1 0 1 0 0,-1 0 0 0 0,4-4 0 0 0,206-119 1456 0 0,56-29-514 0 0,97-10-981 0 0,-114 64-4509 0 0,-190 77 2519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3:5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62 48 0 0,'-27'-12'2604'0'0,"24"11"-2548"0"0,3 1-10 0 0,-1-1 0 0 0,0 1 0 0 0,0 0 0 0 0,1-1 0 0 0,-1 1 0 0 0,0 0 0 0 0,0-1 0 0 0,0 1 0 0 0,0 0 0 0 0,0 0 0 0 0,1 0 0 0 0,-1-1 0 0 0,0 1 0 0 0,0 0 0 0 0,0 0 0 0 0,0 1 0 0 0,0-1 0 0 0,0 0 0 0 0,1 0 0 0 0,-1 0 0 0 0,0 0 0 0 0,0 1 0 0 0,0-1 0 0 0,0 0 0 0 0,1 1 0 0 0,-1-1 0 0 0,0 1 0 0 0,0-1 0 0 0,1 1 0 0 0,-1-1 0 0 0,0 1 0 0 0,1 0 0 0 0,-1-1 0 0 0,0 1 0 0 0,1 0 0 0 0,-1-1 0 0 0,1 1 0 0 0,-1 0 0 0 0,1 0 0 0 0,0 0 0 0 0,-1-1 0 0 0,1 1 0 0 0,0 0 0 0 0,-1 0 0 0 0,1 0 0 0 0,0 0 0 0 0,0 0 0 0 0,0-1 0 0 0,0 1 0 0 0,0 0 0 0 0,0 0 0 0 0,0 1 0 0 0,-3 20 94 0 0,0 0 1 0 0,2 42 0 0 0,1-57-122 0 0,0-1 0 0 0,1 1 1 0 0,0-1-1 0 0,0 1 0 0 0,1-1 0 0 0,0 0 1 0 0,0 1-1 0 0,0-1 0 0 0,1 0 0 0 0,0 0 1 0 0,0 0-1 0 0,0-1 0 0 0,1 1 0 0 0,6 6 1 0 0,-7-9-6 0 0,0-1 1 0 0,1 0 0 0 0,-1 0-1 0 0,1 0 1 0 0,0 0-1 0 0,-1-1 1 0 0,1 1 0 0 0,0-1-1 0 0,0 0 1 0 0,0 0 0 0 0,0 0-1 0 0,0-1 1 0 0,0 1 0 0 0,0-1-1 0 0,0 0 1 0 0,4-1 0 0 0,6 0 29 0 0,0 0 1 0 0,0-1-1 0 0,16-5 1 0 0,0-3 11 0 0,0-2 0 0 0,-1-1 0 0 0,0-1 1 0 0,29-19-1 0 0,31-16 65 0 0,86-47-580 0 0,-153 85 128 0 0,-10 5-469 0 0,0-1 1 0 0,-1 0-1 0 0,13-10 1 0 0,-11 7-719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4:04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2 211 48 0 0,'-1'0'62'0'0,"1"-1"-1"0"0,0 0 1 0 0,0 1 0 0 0,0-1-1 0 0,0 0 1 0 0,0 0 0 0 0,0 1-1 0 0,0-1 1 0 0,0 0 0 0 0,0 1-1 0 0,0-1 1 0 0,0 0 0 0 0,0 0-1 0 0,1 1 1 0 0,-1-1 0 0 0,0 0-1 0 0,0 1 1 0 0,1-1 0 0 0,-1 0-1 0 0,0 1 1 0 0,1-1 0 0 0,-1 1-1 0 0,1-1 1 0 0,-1 1 0 0 0,1-1-1 0 0,-1 1 1 0 0,1-1 0 0 0,-1 1-1 0 0,1-1 1 0 0,0 1 0 0 0,-1-1-1 0 0,1 1 1 0 0,-1 0 0 0 0,1 0-1 0 0,0-1 1 0 0,1 1 0 0 0,31-16 308 0 0,-27 13-188 0 0,57-21 434 0 0,2 3-1 0 0,97-20 0 0 0,139-8 420 0 0,-283 46-973 0 0,122-14 332 0 0,1 6 1 0 0,0 6-1 0 0,277 27 0 0 0,-67 49-314 0 0,-241-44-113 0 0,182 21 1 0 0,-263-46 57 0 0,42-5 1 0 0,-39 1 383 0 0,-30 2-283 0 0,16 0-529 0 0,-8-4-3811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4:5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1911 63 120 0 0,'0'0'3910'0'0,"-13"-8"-3530"0"0,-42-23-27 0 0,41 24 505 0 0,11 5-815 0 0,-1 0 1 0 0,1 1-1 0 0,-1 0 1 0 0,0 0-1 0 0,0 0 1 0 0,0 0 0 0 0,-3 0-1 0 0,-3-1 20 0 0,1 0 276 0 0,-16 0-139 0 0,19 2-167 0 0,1-1 0 0 0,0 1 0 0 0,0 1 0 0 0,-1-1 0 0 0,1 1 0 0 0,0 0 0 0 0,0 0 1 0 0,-8 3-1 0 0,-64 15 147 0 0,-82 30 141 0 0,108-34-222 0 0,3-1 2 0 0,10-2-73 0 0,29-9 11 0 0,2 1-19 0 0,-20 11-4 0 0,20-11-14 0 0,1 2 2 0 0,-1 0-3 0 0,4-4-1 0 0,1 0-1 0 0,-1 0 1 0 0,1 0 0 0 0,0 0 0 0 0,0 1-1 0 0,0-1 1 0 0,0 1 0 0 0,0-1-1 0 0,0 1 1 0 0,-2 5 0 0 0,-57 104 42 0 0,39-68-37 0 0,3 0 1 0 0,1 2-1 0 0,-17 74 0 0 0,-16 140 32 0 0,49-245-33 0 0,-48 442 67 0 0,29 5 17 0 0,-2 17 13 0 0,-22 127-24 0 0,15-229-20 0 0,-11 111 22 0 0,8-163-40 0 0,10-107-17 0 0,-61 501 256 0 0,-3-203 76 0 0,75-453-312 0 0,-70 352 215 0 0,0 11 71 0 0,-26 171 172 0 0,72-338-316 0 0,9-49-55 0 0,17-150-92 0 0,-78 384 155 0 0,77-395-163 0 0,-5 52 0 0 0,10-55 11 0 0,-15 59 1 0 0,11-63-5 0 0,2 0 0 0 0,-4 77 0 0 0,5-39 9 0 0,1-28-11 0 0,-30 213 143 0 0,35-261-147 0 0,-9 66 1089 0 0,10-68-835 0 0,3-1-248 0 0,7 0-7 0 0,-1 0-1 0 0,1-1 0 0 0,0 0 1 0 0,0 0-1 0 0,0-1 0 0 0,14-4 1 0 0,67-18 48 0 0,-37 9-44 0 0,82-18 0 0 0,266-51-577 0 0,-374 80-184 0 0,0 1 0 0 0,31 1-1 0 0,-13 6-4881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02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1 604 0 0,'18'0'636'0'0,"52"3"-69"0"0,-68-3-523 0 0,0 0-1 0 0,0-1 1 0 0,0 2-1 0 0,0-1 0 0 0,0 0 1 0 0,0 0-1 0 0,0 1 0 0 0,0-1 1 0 0,0 1-1 0 0,0 0 0 0 0,2 1 1 0 0,32 14 419 0 0,-19-4-28 0 0,-17-12-435 0 0,13 13 176 0 0,0 0 0 0 0,-2 0-1 0 0,1 2 1 0 0,-1-1-1 0 0,14 28 1 0 0,-19-31-81 0 0,-3-6-39 0 0,-1 0-1 0 0,-1 1 0 0 0,1-1 1 0 0,-1 0-1 0 0,0 0 1 0 0,0 1-1 0 0,0 6 0 0 0,1-2-25 0 0,5 26 82 0 0,-1 0 1 0 0,-2 0 0 0 0,-2 1 0 0 0,-2 39 0 0 0,-6-31-544 0 0,-2 1 0 0 0,-3-1 0 0 0,-1-1 1 0 0,-2 0-1 0 0,-2-1 0 0 0,-35 68 0 0 0,22-57-921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05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0 653 212 0 0,'0'0'2131'0'0,"23"-8"-1882"0"0,75-28 7 0 0,-90 32-181 0 0,0 0 1 0 0,0 0-1 0 0,0 0 1 0 0,0-1-1 0 0,-1 0 1 0 0,0-1-1 0 0,0 1 1 0 0,8-10-1 0 0,-7 7-44 0 0,27-24 384 0 0,-28 24-332 0 0,-3 5-45 0 0,-1-1 0 0 0,1 1 0 0 0,-1 0 0 0 0,0-1 0 0 0,-1 0-1 0 0,1 0 1 0 0,-1 0 0 0 0,1 0 0 0 0,1-5 0 0 0,4-6 33 0 0,5-6 82 0 0,-1-1-1 0 0,-1 1 1 0 0,-1-2 0 0 0,-1 0 0 0 0,-1 0 0 0 0,-1 0 0 0 0,-1-1 0 0 0,-1 0 0 0 0,-1 0-1 0 0,1-30 1 0 0,-4 44-7 0 0,-2-1 16 0 0,-2-33 1 0 0,2 33 4 0 0,-3 4-3 0 0,1-2-103 0 0,2 6-25 0 0,1 1 1 0 0,-1-1 0 0 0,0 0-1 0 0,-1 1 1 0 0,1-1 0 0 0,0 1-1 0 0,-1-1 1 0 0,0 1 0 0 0,1-1-1 0 0,-1 1 1 0 0,0 0-1 0 0,0 0 1 0 0,-3-2 0 0 0,-1 0 6 0 0,4 2-18 0 0,0 1 0 0 0,0-1 0 0 0,0 1 0 0 0,1-1 0 0 0,-1 0 0 0 0,0 1-1 0 0,1-1 1 0 0,-1 0 0 0 0,1 0 0 0 0,-3-4 0 0 0,-3 4 55 0 0,-24-8-9 0 0,23 7 58 0 0,-10 11-98 0 0,-52 22 7 0 0,66-29-35 0 0,0 1 0 0 0,0-1 0 0 0,0 1 1 0 0,0-1-1 0 0,1 1 0 0 0,-1 1 0 0 0,0-1 1 0 0,1 0-1 0 0,0 1 0 0 0,-6 5 0 0 0,1-1 2 0 0,5-5-8 0 0,0 0 1 0 0,0 1 0 0 0,0-1-1 0 0,0 0 1 0 0,0 1 0 0 0,1-1-1 0 0,-1 1 1 0 0,1 0-1 0 0,0 0 1 0 0,-2 4 0 0 0,-2 1-24 0 0,3-5 8 0 0,0 0 0 0 0,0 1 1 0 0,1-1-1 0 0,-1 1 0 0 0,1-1 0 0 0,0 1 1 0 0,-4 7-1 0 0,2-3-18 0 0,2-5 16 0 0,1 0 0 0 0,-1-1 0 0 0,1 1 1 0 0,-1 0-1 0 0,1 0 0 0 0,0 0 0 0 0,0 0 0 0 0,0 0 0 0 0,0 0 0 0 0,0 3 0 0 0,-1 2-28 0 0,0-1-100 0 0,-3 16-78 0 0,4-22 172 0 0,1 0 0 0 0,-1 1 1 0 0,1-1-1 0 0,-1 1 0 0 0,1-1 1 0 0,0 1-1 0 0,-1-1 0 0 0,1 1 0 0 0,0 0 1 0 0,0-1-1 0 0,0 1 0 0 0,0-1 1 0 0,1 4-1 0 0,6 5-85 0 0,22 31 6 0 0,-28-41 127 0 0,-1 1 1 0 0,0 0-1 0 0,1 0 1 0 0,-1-1-1 0 0,1 1 1 0 0,-1 0-1 0 0,1-1 1 0 0,-1 1-1 0 0,1 0 0 0 0,0-1 1 0 0,-1 1-1 0 0,1-1 1 0 0,0 1-1 0 0,-1-1 1 0 0,1 1-1 0 0,0-1 1 0 0,0 0-1 0 0,-1 1 1 0 0,1-1-1 0 0,0 0 0 0 0,1 1 1 0 0,28 7-98 0 0,-22-6 21 0 0,7-1 18 0 0,44 4 10 0 0,-56-5 47 0 0,1 1-1 0 0,-1-1 1 0 0,1 1-1 0 0,-1-1 1 0 0,1 0-1 0 0,-1 0 1 0 0,1-1-1 0 0,0 1 0 0 0,-1-1 1 0 0,1 1-1 0 0,4-3 1 0 0,18-1-70 0 0,-11 3 54 0 0,-1-1 1 0 0,1 0-1 0 0,22-6 1 0 0,-2 1-16 0 0,5-3-14 0 0,0-3 44 0 0,-4 6 2 0 0,-27 5 15 0 0,1-2 23 0 0,29-8 10 0 0,-30 9 110 0 0,-2 1-46 0 0,0-1-16 0 0,19-2 1502 0 0,-28 21-1544 0 0,-8 50-2 0 0,8-49-31 0 0,-1-5-16 0 0,-9 36-23 0 0,9-35-18 0 0,1-2-18 0 0,-1 3 40 0 0,1-8 1 0 0,1 0 1 0 0,0 0 0 0 0,0 1 0 0 0,0-1 0 0 0,1 8-1 0 0,0-10 6 0 0,0-1-1 0 0,1 1 0 0 0,-1 0 0 0 0,1-1 0 0 0,0 1 1 0 0,0 0-1 0 0,0-1 0 0 0,3 8 0 0 0,0-1-11 0 0,-3-8 13 0 0,-1 0 1 0 0,1 1-1 0 0,-1-1 0 0 0,1 0 0 0 0,0 1 1 0 0,0-1-1 0 0,0 0 0 0 0,0 0 1 0 0,0 0-1 0 0,0 1 0 0 0,0-1 0 0 0,4 3 1 0 0,-1 0-20 0 0,-3-3 21 0 0,0 0 0 0 0,0 0 0 0 0,0 0 0 0 0,1 0 0 0 0,-1 0 0 0 0,1-1 0 0 0,-1 1 0 0 0,1 0 0 0 0,0-1 0 0 0,-1 1 0 0 0,1-1 0 0 0,0 0 0 0 0,0 0 0 0 0,4 2 0 0 0,0 1-17 0 0,-4-2 16 0 0,0 0 1 0 0,0-1 0 0 0,0 1-1 0 0,0 0 1 0 0,1-1-1 0 0,-1 0 1 0 0,1 1-1 0 0,-1-1 1 0 0,1 0-1 0 0,-1 0 1 0 0,5 1-1 0 0,1 0-18 0 0,-4 0 12 0 0,0 0 0 0 0,1 0 0 0 0,-1-1 0 0 0,1 1 0 0 0,-1-1 0 0 0,1 0 0 0 0,-1 0 0 0 0,1 0 0 0 0,7-1 0 0 0,0 1-11 0 0,-3 1 9 0 0,-1 0 1 0 0,1-1-1 0 0,-1 0 0 0 0,14 0 0 0 0,-8-1 0 0 0,-6 1 1 0 0,0 0 1 0 0,1-1-1 0 0,-1 0 0 0 0,0 0 0 0 0,9-2 1 0 0,-3 0-4 0 0,14 1-43 0 0,8-4 1 0 0,3-4-22 0 0,-25 7 71 0 0,8-1-5 0 0,8-8-65 0 0,-20 7 70 0 0,5-1 3 0 0,8-7-5 0 0,-13 8 15 0 0,-7 2 0 0 0,1 1 0 0 0,-1-1 0 0 0,0 1-1 0 0,1-1 1 0 0,-1 0 0 0 0,0 0 0 0 0,0-1-1 0 0,0 1 1 0 0,4-5 0 0 0,1 1-1 0 0,21-23 64 0 0,-23 24-38 0 0,-4 3-12 0 0,1 0 0 0 0,-1 0-1 0 0,0-1 1 0 0,0 1 0 0 0,0 0-1 0 0,0-1 1 0 0,-1 1 0 0 0,1-1-1 0 0,-1 1 1 0 0,1-1 0 0 0,1-5 0 0 0,38-109 818 0 0,-39 110-628 0 0,-1-3 7 0 0,3-37 632 0 0,-4 42-801 0 0,0 0 0 0 0,0 0 0 0 0,-1 0 0 0 0,0 0 0 0 0,0 0-1 0 0,0 0 1 0 0,-3-6 0 0 0,0-1 16 0 0,2 0 257 0 0,-2 7-182 0 0,-11-17-25 0 0,11 17 130 0 0,-5 3-172 0 0,-25-6-15 0 0,25 6 64 0 0,-6 12-80 0 0,-44 31-18 0 0,29-19-17 0 0,24-12-4 0 0,1-3-2 0 0,-7 8-43 0 0,-3 7 13 0 0,6-3-74 0 0,5-11 70 0 0,2-6 23 0 0,0 1 1 0 0,1-1-1 0 0,-1 1 0 0 0,1 0 1 0 0,0-1-1 0 0,0 1 0 0 0,0 0 1 0 0,0 0-1 0 0,0 0 0 0 0,0 0 1 0 0,1 4-1 0 0,-6 23-149 0 0,5-22-8 0 0,0 1-15 0 0,0 27 0 0 0,1-27-4 0 0,6 1-325 0 0,19 29 374 0 0,-13-26 25 0 0,9-2 5 0 0,-15-8 5 0 0,5-1-109 0 0,31 6 129 0 0,-31-6 9 0 0,1-4-84 0 0,48-7 41 0 0,-53 2 158 0 0,23-20 47 0 0,-22 20 342 0 0,-4 1-264 0 0,12-19-4 0 0,-12 19 552 0 0,-1-1-609 0 0,11-18-10 0 0,-10 19 210 0 0,3 2-256 0 0,23-8-3 0 0,-23 8 16 0 0,51 8-31 0 0,-47-3-14 0 0,1 4-2 0 0,1-1-9 0 0,-8-3 0 0 0,-1 0 0 0 0,1 1 0 0 0,0 0 0 0 0,0 0 0 0 0,-1 0 1 0 0,1 0-1 0 0,-1 1 0 0 0,0 0 0 0 0,5 3 0 0 0,39 28-89 0 0,89 47 0 0 0,-121-74 57 0 0,1-1 0 0 0,-1 0 0 0 0,21 4 0 0 0,-26-7 27 0 0,-2 0-20 0 0,5-3 7 0 0,55 1-26 0 0,-62-1 41 0 0,-1 0 0 0 0,1-1 0 0 0,0 0 0 0 0,0 0 0 0 0,10-4 0 0 0,-2 2-3 0 0,2-1-10 0 0,14-4-1 0 0,-3-5-7 0 0,24-9 27 0 0,-43 19 2 0 0,-6 2-1 0 0,0 0 0 0 0,0-1 1 0 0,0 1-1 0 0,0 0 0 0 0,0-1 0 0 0,0 0 0 0 0,-1 1 0 0 0,1-1 0 0 0,-1 0 0 0 0,1 0 0 0 0,3-5 0 0 0,52-46 176 0 0,-53 48-72 0 0,0-1 19 0 0,13-19 11 0 0,-13 19 148 0 0,-5 3-259 0 0,0 0-1 0 0,0 0 0 0 0,1 1 1 0 0,-1-1-1 0 0,1 0 0 0 0,0 1 1 0 0,0-1-1 0 0,0 1 0 0 0,2-5 1 0 0,0 0 21 0 0,-1-1 698 0 0,-7-3-680 0 0,-18-35-12 0 0,17 35 106 0 0,-1 7-129 0 0,-22-13-13 0 0,22 13-35 0 0,5 25-1772 0 0,-6 64 1766 0 0,7-82 24 0 0,1 0-1 0 0,0-1 1 0 0,0 1-1 0 0,-1 0 0 0 0,2 0 1 0 0,-1 0-1 0 0,0 0 1 0 0,1 0-1 0 0,0 4 1 0 0,18 68-39 0 0,-11-47 41 0 0,26 115-10 0 0,19 274-492 0 0,-42-298 178 0 0,-6-77 174 0 0,1-11 21 0 0,-2-3 53 0 0,-3-22 37 0 0,-5 4 96 0 0,-11 26 7 0 0,11-27 195 0 0,-11-13-142 0 0,-45-12 3 0 0,45 12 1 0 0,2-2-6 0 0,-2 0-80 0 0,9 4-10 0 0,-1-1 1 0 0,1 0-1 0 0,0 0 1 0 0,0-1-1 0 0,0 1 1 0 0,-10-10-1 0 0,-23-16 183 0 0,12 8-111 0 0,20 16-9 0 0,2-1-4 0 0,-15-20-5 0 0,15 20-18 0 0,5 4-57 0 0,0 1 0 0 0,0 0 0 0 0,0 0-1 0 0,-1-1 1 0 0,1 1 0 0 0,0 0-1 0 0,0-1 1 0 0,-1 1 0 0 0,1 0 0 0 0,-1 0-1 0 0,1-1 1 0 0,-1 1 0 0 0,0 0-1 0 0,1 0 1 0 0,-3-2 0 0 0,3 2-5 0 0,-1 0 1 0 0,0 0-1 0 0,1-1 1 0 0,-1 1 0 0 0,0 0-1 0 0,1 0 1 0 0,0 0-1 0 0,-1-1 1 0 0,1 1-1 0 0,0 0 1 0 0,-1 0-1 0 0,1-1 1 0 0,0 1-1 0 0,0-3 1 0 0,8-14-26 0 0,-2 6 19 0 0,3-10-30 0 0,1 2 0 0 0,0-1 1 0 0,2 1-1 0 0,0 1 0 0 0,20-24 0 0 0,225-213-685 0 0,-236 237 650 0 0,70-63-184 0 0,32-33-44 0 0,-73 59 226 0 0,-45 50 86 0 0,-1-1 13 0 0,13-21 12 0 0,-12 21 340 0 0,-4-1-242 0 0,1 1-64 0 0,3-21 977 0 0,-25 42-1031 0 0,-61 43-6 0 0,79-56-10 0 0,1 0-1 0 0,-1-1 1 0 0,0 1-1 0 0,1 0 1 0 0,-1 0-1 0 0,1 1 1 0 0,-1-1-1 0 0,1 0 1 0 0,-1 0-1 0 0,1 1 1 0 0,0-1-1 0 0,0 1 1 0 0,0-1-1 0 0,0 1 1 0 0,-2 3-1 0 0,2-1-4 0 0,-7 14-20 0 0,1 0 0 0 0,2 0 1 0 0,0 1-1 0 0,0-1 0 0 0,2 1 0 0 0,-2 24 0 0 0,4-28-45 0 0,0 44-402 0 0,3-16 58 0 0,2-24-110 0 0,17 31-1492 0 0,-6-22-115 0 0,-11-21 163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0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 84 0 0,'0'0'4600'0'0,"-18"9"-4164"0"0,-60 34-35 0 0,72-38-337 0 0,1-1 1 0 0,0 1-1 0 0,0-1 0 0 0,1 1 0 0 0,-1 1 0 0 0,1-1 1 0 0,0 1-1 0 0,0-1 0 0 0,1 1 0 0 0,0 0 1 0 0,0 0-1 0 0,0 1 0 0 0,1-1 0 0 0,-3 13 0 0 0,0-4-53 0 0,-7 12 149 0 0,9-20-97 0 0,0 0-1 0 0,1 0 1 0 0,-1 0 0 0 0,1 1-1 0 0,1-1 1 0 0,-1 0 0 0 0,1 1 0 0 0,0 8-1 0 0,-2 5 22 0 0,1-3 6 0 0,0 0 0 0 0,1 0-1 0 0,1 0 1 0 0,4 30-1 0 0,0-12-127 0 0,1 1 0 0 0,2-1 0 0 0,2 0 0 0 0,1 0 0 0 0,18 39 0 0 0,-9-42-1420 0 0,1 0 0 0 0,48 56 0 0 0,-43-63-315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0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21 120 0 0,'0'0'1266'0'0,"18"-3"-713"0"0,56-11-38 0 0,-56 11-36 0 0,-4 11-43 0 0,70 47 141 0 0,-72-46-470 0 0,0 0 0 0 0,-1 1 0 0 0,-1 1 0 0 0,1-1 0 0 0,-2 2 1 0 0,10 13-1 0 0,-3 0 65 0 0,-5-9-77 0 0,-2 0-1 0 0,0 0 1 0 0,0 1 0 0 0,-2 0 0 0 0,7 21-1 0 0,-3 8 85 0 0,-2 0 0 0 0,-3 0 0 0 0,2 70-1 0 0,-10-90-102 0 0,-32 122-204 0 0,26-122-78 0 0,-1-1 0 0 0,-1 0 0 0 0,0 0 0 0 0,-21 30-1 0 0,11-24-1050 0 0,-27 29 0 0 0,13-26-181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1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20 404 0 0,'0'0'4569'0'0,"23"0"-4463"0"0,112-1 54 0 0,75-5 62 0 0,-102 2-134 0 0,237-5 183 0 0,-231 11-164 0 0,115 18-1 0 0,-18 8-37 0 0,306 45 131 0 0,-514-72-200 0 0,198 25-32 0 0,-134-20-178 0 0,-37-2 68 0 0,-23-3-34 0 0,1-5-3494 0 0,29-21 2502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0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0 692 0 0,'0'0'5197'0'0,"-6"27"-4959"0"0,3-13-203 0 0,-32 178 344 0 0,-8 127 360 0 0,22-192-544 0 0,5-43-114 0 0,3 19-352 0 0,12-88 241 0 0,-4 24-203 0 0,4-32-86 0 0,1 5-97 0 0,1 3 205 0 0,0 9 6 0 0,-3 0-2767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01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0 565 60 0 0,'0'0'1563'0'0,"4"15"-1376"0"0,13 45-24 0 0,-12-45 154 0 0,3-12-159 0 0,0 1-108 0 0,-5-3-16 0 0,-1 1-1 0 0,1-1 1 0 0,0 0-1 0 0,0 0 1 0 0,-1 0-1 0 0,1 0 1 0 0,0 0-1 0 0,0 0 1 0 0,0-1-1 0 0,5 1 1 0 0,7-4 105 0 0,3 1-90 0 0,-8 1-1 0 0,0-1 0 0 0,0 0 0 0 0,0 0 0 0 0,19-7 0 0 0,-16 5-8 0 0,36-14 164 0 0,105-62 196 0 0,-147 77-386 0 0,-1 0-1 0 0,0-1 1 0 0,0-1-1 0 0,0 1 1 0 0,-1-1-1 0 0,7-6 0 0 0,4-3 25 0 0,-3 3 19 0 0,2 0 39 0 0,0-1-1 0 0,-1 0 1 0 0,0-1-1 0 0,17-22 1 0 0,-8 10 147 0 0,-20 23-220 0 0,-1-1 0 0 0,1 1 0 0 0,-1-1 0 0 0,0 1 1 0 0,1-1-1 0 0,-1 0 0 0 0,-1 0 0 0 0,1 0 0 0 0,0 0 0 0 0,2-6 0 0 0,1 1 38 0 0,-2 4-24 0 0,-1 0 1 0 0,0 0-1 0 0,0 0 0 0 0,0-1 1 0 0,0 1-1 0 0,0 0 0 0 0,0-6 1 0 0,12-37 360 0 0,-8 16-194 0 0,-4 23 4 0 0,-2-3 0 0 0,0-34-13 0 0,0 34-7 0 0,-2 0 0 0 0,0-2-113 0 0,-9-35 616 0 0,1 16-510 0 0,8 25 584 0 0,1 6-756 0 0,0 0 1 0 0,0 0-1 0 0,0 0 0 0 0,0 0 1 0 0,1 0-1 0 0,-1 0 0 0 0,0 0 1 0 0,1 0-1 0 0,-1 0 0 0 0,1-1 1 0 0,-1 1-1 0 0,1 0 0 0 0,-1-2 0 0 0,1 1-1 0 0,-1 1-1 0 0,1 0 0 0 0,0 0 0 0 0,-1 0 0 0 0,1 0 0 0 0,-1-1 0 0 0,1 1 0 0 0,-1 0 0 0 0,0 0 0 0 0,1 0 0 0 0,-1 0 0 0 0,0 0 0 0 0,-2-1 163 0 0,-5 19-127 0 0,-27 49-14 0 0,23-35-25 0 0,-15 156-191 0 0,26-159-19 0 0,5 54 0 0 0,-4-82 207 0 0,1 6-38 0 0,-1 0-1 0 0,1 0 1 0 0,0 0 0 0 0,0 0-1 0 0,0 0 1 0 0,5 10 0 0 0,-2-5-11 0 0,2 15-129 0 0,-5-24 165 0 0,-1 0 1 0 0,1 0 0 0 0,0 0 0 0 0,-1 0-1 0 0,1 1 1 0 0,0-1 0 0 0,0 0 0 0 0,0 0-1 0 0,3 2 1 0 0,3 9-111 0 0,33 48-246 0 0,-36-55 238 0 0,2-1-6 0 0,20 17 23 0 0,-20-17 13 0 0,-4-5 95 0 0,-1 0-1 0 0,0 0 1 0 0,0 0-1 0 0,0 0 1 0 0,0 0-1 0 0,0 1 1 0 0,0-1 0 0 0,0 0-1 0 0,0 1 1 0 0,0-1-1 0 0,0 0 1 0 0,0 1-1 0 0,0-1 1 0 0,0 1-1 0 0,0 0 1 0 0,0-1 0 0 0,-1 1-1 0 0,1 0 1 0 0,1 1-1 0 0,-1-2-30 0 0,0 1-1 0 0,0 0 1 0 0,0 0-1 0 0,0 0 1 0 0,0 0-1 0 0,0-1 0 0 0,0 1 1 0 0,0-1-1 0 0,0 1 1 0 0,1-1-1 0 0,-1 1 1 0 0,0-1-1 0 0,0 1 1 0 0,0-1-1 0 0,3 0 1 0 0,8-7 0 0 0,38-24 30 0 0,-49 31 6 0 0,0-1 0 0 0,0 1 0 0 0,0-1 0 0 0,0 1 0 0 0,0-1 0 0 0,0 0-1 0 0,0 1 1 0 0,0-1 0 0 0,0 0 0 0 0,0 0 0 0 0,0 0 0 0 0,-1 0 0 0 0,1 0 0 0 0,0 0 0 0 0,-1 0-1 0 0,1 0 1 0 0,0-1 0 0 0,69-131-64 0 0,-20 50 70 0 0,-46 75-3 0 0,18-21 19 0 0,0 4-9 0 0,-16 19-1 0 0,0 3-12 0 0,18-9-7 0 0,-18 9-9 0 0,9 11 5 0 0,49 27 5 0 0,-42-20 7 0 0,-15-9-3 0 0,-4-3-2 0 0,1 0 0 0 0,-1 1 0 0 0,0-1 1 0 0,0 0-1 0 0,-1 1 0 0 0,1 0 0 0 0,2 5 0 0 0,22 34-109 0 0,1 2-217 0 0,-23-36 249 0 0,-4-5 26 0 0,1 0-1 0 0,0 0 0 0 0,1-1 1 0 0,-1 1-1 0 0,1-1 0 0 0,0 1 1 0 0,-1-1-1 0 0,6 4 0 0 0,0 1-80 0 0,21 26-1058 0 0,-8-5-282 0 0,-16-22 114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0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0 432 0 0,'0'0'2693'0'0,"-18"5"-2343"0"0,-58 22-13 0 0,71-25-307 0 0,1 1 1 0 0,0-1-1 0 0,0 1 1 0 0,1 0-1 0 0,-1 0 1 0 0,1 0-1 0 0,-1 1 1 0 0,1-1-1 0 0,0 1 1 0 0,0 0-1 0 0,0-1 1 0 0,1 2 0 0 0,-1-1-1 0 0,1 0 1 0 0,-2 7-1 0 0,-4 4 55 0 0,-10 25 44 0 0,2 0-1 0 0,1 1 1 0 0,2 1 0 0 0,2 0-1 0 0,2 0 1 0 0,2 1-1 0 0,1 0 1 0 0,3 0 0 0 0,1 1-1 0 0,3-1 1 0 0,1 1 0 0 0,2-1-1 0 0,19 85 1 0 0,-16-103-181 0 0,1-1 1 0 0,1 0-1 0 0,1 0 0 0 0,1-1 0 0 0,1-1 1 0 0,1 0-1 0 0,1 0 0 0 0,0-1 1 0 0,2-1-1 0 0,1 0 0 0 0,0-2 1 0 0,38 32-1 0 0,-29-32-766 0 0,35 16 1 0 0,-39-26-653 0 0,38 5 113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10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1 115 220 0 0,'0'0'4098'0'0,"23"-7"-3711"0"0,148-35 258 0 0,174-9 560 0 0,-316 47-1123 0 0,-10 2 8 0 0,0 0 0 0 0,26 2 0 0 0,36-1 71 0 0,-65-1-173 0 0,-7 0-30 0 0,-1 1 0 0 0,0 1-1 0 0,1-1 1 0 0,-1 1-1 0 0,17 3 1 0 0,15 0-311 0 0,-29-2-215 0 0,-2 0-528 0 0,29 5-717 0 0,-29-5 137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14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0 118 296 0 0,'0'0'1834'0'0,"29"-9"-1296"0"0,1-1-390 0 0,15-5 109 0 0,1 2 1 0 0,56-9-1 0 0,386-17 1415 0 0,-298 30-1176 0 0,845 20 1406 0 0,-494 50-1203 0 0,-449-55 332 0 0,-82-6-96 0 0,34-4-402 0 0,-30 2-439 0 0,-3 1 386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898 0 244 0 0,'0'0'487'0'0,"-16"2"-49"0"0,-3-2-297 0 0,6 1 96 0 0,-1 0 1 0 0,1 0 0 0 0,-18 5-1 0 0,-16 3 583 0 0,45-9-807 0 0,1 0 1 0 0,0 0 0 0 0,-1 0 0 0 0,1 0 0 0 0,0 0 0 0 0,0 0 0 0 0,-1 0-1 0 0,1 1 1 0 0,0-1 0 0 0,-1 0 0 0 0,1 1 0 0 0,0-1 0 0 0,0 1-1 0 0,0-1 1 0 0,0 1 0 0 0,0 0 0 0 0,-2 0 0 0 0,2 0 24 0 0,0 0 0 0 0,1-1 1 0 0,-1 1-1 0 0,0-1 1 0 0,0 1-1 0 0,0-1 0 0 0,0 1 1 0 0,0-1-1 0 0,0 0 0 0 0,-1 1 1 0 0,1-1-1 0 0,0 0 0 0 0,0 0 1 0 0,0 0-1 0 0,0 0 0 0 0,0 0 1 0 0,0 0-1 0 0,0 0 0 0 0,0 0 1 0 0,0 0-1 0 0,-2-1 0 0 0,-5 3 55 0 0,-1 0-54 0 0,5-2 4 0 0,1 1 0 0 0,-1 0 0 0 0,1 0 0 0 0,-1 0 0 0 0,1 0 0 0 0,0 0-1 0 0,-1 1 1 0 0,1-1 0 0 0,-5 4 0 0 0,-23 12-8 0 0,23-13-4 0 0,3 3 3 0 0,-1 0-29 0 0,4-5-5 0 0,0 0 0 0 0,0 1 1 0 0,0-1-1 0 0,0 1 0 0 0,1 0 1 0 0,-1-1-1 0 0,1 1 0 0 0,-1 0 1 0 0,1 0-1 0 0,-1 4 0 0 0,-16 41 151 0 0,-53 132 191 0 0,10-18-58 0 0,-102 258 449 0 0,102-271-533 0 0,-22 79 87 0 0,8 30 67 0 0,63-212-207 0 0,2 0 0 0 0,3 0 0 0 0,-3 61 0 0 0,10-93-80 0 0,0 1 0 0 0,1-1 1 0 0,1 0-1 0 0,0 1 0 0 0,1-1 0 0 0,0 0 0 0 0,8 19 0 0 0,-9-28-45 0 0,1 0 0 0 0,0 0-1 0 0,-1-1 1 0 0,2 1-1 0 0,-1 0 1 0 0,0-1-1 0 0,1 0 1 0 0,0 0-1 0 0,0 0 1 0 0,0 0-1 0 0,1-1 1 0 0,-1 0 0 0 0,1 1-1 0 0,0-2 1 0 0,-1 1-1 0 0,1 0 1 0 0,1-1-1 0 0,-1 0 1 0 0,0 0-1 0 0,0-1 1 0 0,9 2-1 0 0,5-1-227 0 0,0-1 0 0 0,0 0-1 0 0,0-1 1 0 0,0-2-1 0 0,0 0 1 0 0,0 0 0 0 0,-1-2-1 0 0,1 0 1 0 0,34-14-1 0 0,-35 8-3112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5:2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30 740 0 0,'-2'-1'911'0'0,"-42"-20"3819"0"0,42 20-4132 0 0,-4-3-16 0 0,5 2-153 0 0,7 1 2197 0 0,252 19-2055 0 0,176 38-218 0 0,-7 28-288 0 0,-181-33-258 0 0,-168-36 37 0 0,0-3 1 0 0,80 2 0 0 0,-122-14-121 0 0,-34 1 71 0 0,8-1-2736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6:0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1 721 488 0 0,'7'-4'979'0'0,"60"-42"535"0"0,-2-3 0 0 0,67-63 0 0 0,65-51-100 0 0,151-70-883 0 0,-195 142-2805 0 0,-122 72 124 0 0,-25 15 160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6:0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13 469 792 0 0,'-3'16'343'0'0,"0"-4"82"0"0,1 0 0 0 0,0 0 0 0 0,1 0 0 0 0,0 1 0 0 0,1-1 0 0 0,1 13-1 0 0,-1-23-317 0 0,1 0 0 0 0,-1 0 0 0 0,1 0-1 0 0,0 0 1 0 0,-1 0 0 0 0,1 1 0 0 0,0-1-1 0 0,0-1 1 0 0,1 1 0 0 0,-1 0-1 0 0,0 0 1 0 0,1 0 0 0 0,-1-1 0 0 0,1 1-1 0 0,-1 0 1 0 0,4 1 0 0 0,-3-1-1 0 0,1-1 0 0 0,0 0-1 0 0,0 0 1 0 0,0 0 0 0 0,-1 0 0 0 0,1 0 0 0 0,0-1 0 0 0,0 0 0 0 0,0 1 0 0 0,0-1 0 0 0,0 0-1 0 0,1 0 1 0 0,-1-1 0 0 0,0 1 0 0 0,4-2 0 0 0,59-15 529 0 0,-1-3 1 0 0,0-3-1 0 0,70-36 0 0 0,-129 57-601 0 0,965-411 1197 0 0,-857 363-2779 0 0,-46 15-3339 0 0,-63 32 2078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6:02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31 255 676 0 0,'-5'8'849'0'0,"-16"28"-54"0"0,16-28 2131 0 0,13 2-2194 0 0,25 28-23 0 0,-33-37-687 0 0,1 0 1 0 0,-1-1-1 0 0,1 1 1 0 0,0 0 0 0 0,-1 0-1 0 0,1-1 1 0 0,0 1-1 0 0,0-1 1 0 0,-1 1 0 0 0,1-1-1 0 0,0 1 1 0 0,0-1-1 0 0,0 1 1 0 0,0-1 0 0 0,0 0-1 0 0,0 1 1 0 0,0-1-1 0 0,0 0 1 0 0,0 0 0 0 0,0 0-1 0 0,-1 0 1 0 0,1 0 0 0 0,0 0-1 0 0,0 0 1 0 0,0 0-1 0 0,0 0 1 0 0,0 0 0 0 0,0-1-1 0 0,0 1 1 0 0,1-1-1 0 0,0 1-9 0 0,43-3 401 0 0,0-3 0 0 0,47-11 0 0 0,441-132 1888 0 0,-459 130-2245 0 0,206-56 187 0 0,-96 16-3238 0 0,-144 42-128 0 0,-5 0 237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6:05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2 318 424 0 0,'-1'5'320'0'0,"1"1"1"0"0,0-1-1 0 0,0 1 0 0 0,0-1 1 0 0,0 0-1 0 0,1 1 0 0 0,0-1 1 0 0,0 1-1 0 0,1-1 0 0 0,-1 0 1 0 0,1 0-1 0 0,3 7 0 0 0,-3-10-225 0 0,-1 0 0 0 0,1 0-1 0 0,0 0 1 0 0,0 0 0 0 0,0 0-1 0 0,0-1 1 0 0,0 1 0 0 0,0-1 0 0 0,0 1-1 0 0,0-1 1 0 0,0 0 0 0 0,1 0-1 0 0,-1 0 1 0 0,1 0 0 0 0,-1 0 0 0 0,1-1-1 0 0,-1 1 1 0 0,1-1 0 0 0,-1 1-1 0 0,1-1 1 0 0,-1 0 0 0 0,1 0-1 0 0,-1 0 1 0 0,1 0 0 0 0,-1-1 0 0 0,1 1-1 0 0,0-1 1 0 0,2-1 0 0 0,25-7 245 0 0,-1-2-1 0 0,0-1 1 0 0,-1-2 0 0 0,51-33 0 0 0,-66 39-280 0 0,88-52 273 0 0,94-58-194 0 0,-63 29-3023 0 0,-99 66 354 0 0,-1-2 194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6:06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64 0 0,'4'4'216'0'0,"1"-1"1"0"0,-1 1-1 0 0,1-1 1 0 0,0 0-1 0 0,0-1 0 0 0,0 1 1 0 0,0-1-1 0 0,1 0 0 0 0,-1-1 1 0 0,1 1-1 0 0,-1-1 1 0 0,1 0-1 0 0,-1 0 0 0 0,1-1 1 0 0,0 1-1 0 0,-1-1 0 0 0,1-1 1 0 0,8 0-1 0 0,11-3 161 0 0,1 0-1 0 0,40-14 1 0 0,-52 14-230 0 0,423-135 1648 0 0,-304 84-2342 0 0,-29 10-2767 0 0,-39 20 1408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6:0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1 284 832 0 0,'25'-12'788'0'0,"11"-4"-68"0"0,6-5-76 0 0,2-2-84 0 0,23-4-112 0 0,1 0-168 0 0,5-1-168 0 0,5-4-196 0 0,3 8-308 0 0,-8-5-264 0 0,6 6-700 0 0,-8 1 308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6:09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 0 0,'0'0'2940'0'0,"7"9"-2764"0"0,18 25-11 0 0,-18-26 341 0 0,0-4-361 0 0,20 11-29 0 0,-20-11 148 0 0,2 0-156 0 0,42 18 86 0 0,-22-12-62 0 0,-22-8 8 0 0,5 1-10 0 0,55 12 110 0 0,-8-2-68 0 0,7-1 8 0 0,-54-9-156 0 0,39 3 83 0 0,31 1-13 0 0,122-2 192 0 0,-62-4-118 0 0,150 6-25 0 0,-67 4-34 0 0,-75-5-55 0 0,5 0-39 0 0,-81-5 0 0 0,332-3 17 0 0,390 1-22 0 0,235 36 38 0 0,-936-30-49 0 0,355 24 20 0 0,50 2-15 0 0,637 25 24 0 0,-214 9-8 0 0,-628-38-6 0 0,191 14 6 0 0,322 47-21 0 0,-49-5 9 0 0,-67-9-49 0 0,-15 1 33 0 0,-264-33 14 0 0,467 48 4 0 0,74 11-57 0 0,-484-42 80 0 0,106 11 44 0 0,-240-35-82 0 0,198 16 23 0 0,-23-5-9 0 0,-201-17-16 0 0,770 73 49 0 0,-667-70-11 0 0,-125-12-18 0 0,-26 0-13 0 0,359 35-6 0 0,-505-46 24 0 0,41 5 4 0 0,62 16-32 0 0,-161-23-6 0 0,-29-2 9 0 0,-21-4 84 0 0,0 1-13 0 0,27 4 14 0 0,-27-5 1008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8:3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0 107 336 0 0,'0'0'6961'0'0,"36"-4"-6873"0"0,235-27 58 0 0,413-15 315 0 0,-452 35-318 0 0,78-4 118 0 0,524 44 0 0 0,-92 85-165 0 0,-299-38-243 0 0,-278-55-186 0 0,-156-19 200 0 0,0-2-2 0 0,1 2-11 0 0,7 0 128 0 0,0-2-4688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8:37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0 253 9541 0 0,'0'0'49'0'0,"21"-10"-371"0"0,8-3 305 0 0,1 0 1 0 0,0 2 0 0 0,61-13-1 0 0,11 3-17 0 0,61-10 7 0 0,989-39-68 0 0,-388 44 118 0 0,-626 24 23 0 0,28-4 46 0 0,-83 3 764 0 0,-74 3-862 0 0,10 0 288 0 0,6-7-3063 0 0,8-5-80 0 0,-25 9 216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8:38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32 0 0,'0'0'5765'0'0,"20"-6"-5100"0"0,54-12 169 0 0,126-13 1 0 0,-11 22 208 0 0,209 17 0 0 0,190 44 48 0 0,-391-31-827 0 0,92 22-90 0 0,-49-3-1154 0 0,-187-31-174 0 0,-39-8 807 0 0,-2 1-1375 0 0,-1-3-1132 0 0,41-3 217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8:3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1 670 10589 0 0,'0'0'41'0'0,"19"-24"-111"0"0,-7 9 67 0 0,9-11 4 0 0,0 1 0 0 0,2 1 1 0 0,1 0-1 0 0,51-38 1 0 0,0 14 3 0 0,123-60 1 0 0,91-19-23 0 0,-151 77-1021 0 0,143-32-1 0 0,-151 47-3090 0 0,-64 15 1677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8:4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85 12825 0 0,'-23'-74'540'0'0,"22"73"-500"0"0,-1-7-7 0 0,2 6-25 0 0,0 9 51 0 0,7 47-384 0 0,-2 0 0 0 0,-3 0-1 0 0,-2 0 1 0 0,-2 0 0 0 0,-3 0 0 0 0,-2 0 0 0 0,-15 55 0 0 0,13-77-1223 0 0,0 0-1 0 0,-2-1 0 0 0,-16 30 1 0 0,10-27-1102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8:4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1292 0 0,'-1'-7'8024'0'0,"198"111"-6014"0"0,-84-41-1720 0 0,75 40-606 0 0,-81-43-1140 0 0,1-3-3773 0 0,-72-40 2630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8:4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7 280 0 0,'-2'-7'7139'0'0,"-11"13"-6922"0"0,0 0 0 0 0,1 0 1 0 0,0 2-1 0 0,0-1 0 0 0,0 1 1 0 0,-12 13-1 0 0,-68 66 470 0 0,58-54-590 0 0,-92 93-243 0 0,-50 46-5219 0 0,125-126 2996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2T19:38:5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33 432 16277 0 0,'-24'0'29'0'0,"24"0"-29"0"0,-1 0 1 0 0,1-1 0 0 0,-1 1-1 0 0,1 0 1 0 0,0 0-1 0 0,-1 0 1 0 0,1 0-1 0 0,-1 0 1 0 0,1-1 0 0 0,0 1-1 0 0,-1 0 1 0 0,1 0-1 0 0,0-1 1 0 0,-1 1-1 0 0,1 0 1 0 0,0-1 0 0 0,0 1-1 0 0,-1 0 1 0 0,1-1-1 0 0,0 1 1 0 0,0 0-1 0 0,-1-1 1 0 0,1 1 0 0 0,0 0-1 0 0,0-1 1 0 0,0 0-1 0 0,0-1 1 0 0,1 0-1 0 0,-1 0 0 0 0,1 0 0 0 0,-1 0 0 0 0,1 0 0 0 0,0 1 1 0 0,0-1-1 0 0,0 0 0 0 0,0 0 0 0 0,0 1 0 0 0,1-1 1 0 0,-1 0-1 0 0,0 1 0 0 0,1-1 0 0 0,1 0 0 0 0,11-12-8 0 0,1 1 0 0 0,1 1 0 0 0,17-11-1 0 0,66-33-354 0 0,134-54-1 0 0,-61 41-1758 0 0,2 4-3995 0 0,-157 59 5245 0 0,53-20-2757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body4"/>
          <p:cNvSpPr>
            <a:spLocks noGrp="1"/>
          </p:cNvSpPr>
          <p:nvPr>
            <p:ph sz="quarter" idx="13"/>
          </p:nvPr>
        </p:nvSpPr>
        <p:spPr>
          <a:xfrm>
            <a:off x="3024000" y="355816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body5"/>
          <p:cNvSpPr>
            <a:spLocks noGrp="1"/>
          </p:cNvSpPr>
          <p:nvPr>
            <p:ph sz="quarter" idx="14"/>
          </p:nvPr>
        </p:nvSpPr>
        <p:spPr>
          <a:xfrm>
            <a:off x="3024000" y="440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6"/>
          <p:cNvSpPr>
            <a:spLocks noGrp="1"/>
          </p:cNvSpPr>
          <p:nvPr>
            <p:ph sz="quarter" idx="15"/>
          </p:nvPr>
        </p:nvSpPr>
        <p:spPr>
          <a:xfrm>
            <a:off x="3024000" y="525488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5436000"/>
          </a:xfrm>
          <a:prstGeom prst="rect">
            <a:avLst/>
          </a:prstGeom>
        </p:spPr>
        <p:txBody>
          <a:bodyPr lIns="0" tIns="0"/>
          <a:lstStyle>
            <a:lvl1pPr marL="3429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8001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2573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7145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21717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Users/skinnyfish/Downloads/themes/blue/single2.pngsingl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14740" y="2122180"/>
            <a:ext cx="10800000" cy="4136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14740" y="374250"/>
            <a:ext cx="10800000" cy="615600"/>
          </a:xfrm>
          <a:prstGeom prst="rect">
            <a:avLst/>
          </a:prstGeom>
        </p:spPr>
        <p:txBody>
          <a:bodyPr anchor="t" anchorCtr="0"/>
          <a:lstStyle>
            <a:lvl1pPr algn="l">
              <a:defRPr sz="34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img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1"/>
          <p:cNvSpPr>
            <a:spLocks noGrp="1"/>
          </p:cNvSpPr>
          <p:nvPr>
            <p:ph sz="quarter" idx="10"/>
          </p:nvPr>
        </p:nvSpPr>
        <p:spPr>
          <a:xfrm>
            <a:off x="902963" y="4590898"/>
            <a:ext cx="3276442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4" name="body2"/>
          <p:cNvSpPr>
            <a:spLocks noGrp="1"/>
          </p:cNvSpPr>
          <p:nvPr>
            <p:ph sz="quarter" idx="29"/>
          </p:nvPr>
        </p:nvSpPr>
        <p:spPr>
          <a:xfrm>
            <a:off x="4492830" y="4573965"/>
            <a:ext cx="3276440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6" name="body3"/>
          <p:cNvSpPr>
            <a:spLocks noGrp="1"/>
          </p:cNvSpPr>
          <p:nvPr>
            <p:ph sz="quarter" idx="31"/>
          </p:nvPr>
        </p:nvSpPr>
        <p:spPr>
          <a:xfrm>
            <a:off x="8031895" y="4557032"/>
            <a:ext cx="3276441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34" name="list-item-img1" descr="城市街道与高楼大厦  描述已自动生成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883663" y="1979435"/>
            <a:ext cx="3346542" cy="2484370"/>
          </a:xfrm>
          <a:prstGeom prst="roundRect">
            <a:avLst>
              <a:gd name="adj" fmla="val 9052"/>
            </a:avLst>
          </a:prstGeom>
        </p:spPr>
      </p:pic>
      <p:pic>
        <p:nvPicPr>
          <p:cNvPr id="42" name="list-item-img2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4486774" y="1979435"/>
            <a:ext cx="3280700" cy="2487600"/>
          </a:xfrm>
          <a:prstGeom prst="roundRect">
            <a:avLst>
              <a:gd name="adj" fmla="val 9033"/>
            </a:avLst>
          </a:prstGeom>
        </p:spPr>
      </p:pic>
      <p:pic>
        <p:nvPicPr>
          <p:cNvPr id="44" name="list-item-img3" descr="图片包含 户外, 建筑, 男人, 空气  描述已自动生成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019783" y="1976561"/>
            <a:ext cx="3288553" cy="2467436"/>
          </a:xfrm>
          <a:prstGeom prst="roundRect">
            <a:avLst>
              <a:gd name="adj" fmla="val 8644"/>
            </a:avLst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884580" y="2028742"/>
            <a:ext cx="4930226" cy="3861021"/>
          </a:xfrm>
          <a:prstGeom prst="rect">
            <a:avLst/>
          </a:prstGeom>
        </p:spPr>
      </p:pic>
      <p:pic>
        <p:nvPicPr>
          <p:cNvPr id="9" name="shape2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377190" y="2028743"/>
            <a:ext cx="4930228" cy="3861021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03514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lang="en-US" sz="1800" b="1" kern="1200" dirty="0">
                <a:solidFill>
                  <a:schemeClr val="bg1"/>
                </a:solidFill>
                <a:effectLst/>
                <a:latin typeface="Poppins Regular" panose="02000000000000000000" charset="0"/>
                <a:ea typeface="+mn-ea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marL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065524" y="2584557"/>
            <a:ext cx="4570790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6396126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6567585" y="2609817"/>
            <a:ext cx="4570791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pic>
        <p:nvPicPr>
          <p:cNvPr id="5" name="tray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8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3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7997" y="4202748"/>
            <a:ext cx="1386840" cy="1386840"/>
          </a:xfrm>
          <a:prstGeom prst="rect">
            <a:avLst/>
          </a:prstGeom>
        </p:spPr>
      </p:pic>
      <p:pic>
        <p:nvPicPr>
          <p:cNvPr id="10" name="shape1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5448" y="2595880"/>
            <a:ext cx="1386840" cy="1386840"/>
          </a:xfrm>
          <a:prstGeom prst="rect">
            <a:avLst/>
          </a:prstGeom>
        </p:spPr>
      </p:pic>
      <p:pic>
        <p:nvPicPr>
          <p:cNvPr id="16" name="shape2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9035" y="2595880"/>
            <a:ext cx="1386840" cy="1386840"/>
          </a:xfrm>
          <a:prstGeom prst="rect">
            <a:avLst/>
          </a:prstGeom>
        </p:spPr>
      </p:pic>
      <p:pic>
        <p:nvPicPr>
          <p:cNvPr id="18" name="shape4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35700" y="4210050"/>
            <a:ext cx="1386840" cy="1386840"/>
          </a:xfrm>
          <a:prstGeom prst="rect">
            <a:avLst/>
          </a:prstGeom>
        </p:spPr>
      </p:pic>
      <p:pic>
        <p:nvPicPr>
          <p:cNvPr id="20" name="tray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98360" y="2362922"/>
            <a:ext cx="3465094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7689736" y="2349781"/>
            <a:ext cx="3583858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4"/>
          <p:cNvSpPr>
            <a:spLocks noGrp="1"/>
          </p:cNvSpPr>
          <p:nvPr>
            <p:ph sz="quarter" idx="25"/>
          </p:nvPr>
        </p:nvSpPr>
        <p:spPr>
          <a:xfrm>
            <a:off x="7727950" y="4348480"/>
            <a:ext cx="3583940" cy="1240790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4" name="body3"/>
          <p:cNvSpPr>
            <a:spLocks noGrp="1"/>
          </p:cNvSpPr>
          <p:nvPr>
            <p:ph sz="quarter" idx="26"/>
          </p:nvPr>
        </p:nvSpPr>
        <p:spPr>
          <a:xfrm>
            <a:off x="915634" y="4348141"/>
            <a:ext cx="3465094" cy="1241447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5" name="number1"/>
          <p:cNvSpPr>
            <a:spLocks noGrp="1"/>
          </p:cNvSpPr>
          <p:nvPr>
            <p:ph sz="quarter" idx="14"/>
          </p:nvPr>
        </p:nvSpPr>
        <p:spPr>
          <a:xfrm>
            <a:off x="4636866" y="3011588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number2"/>
          <p:cNvSpPr>
            <a:spLocks noGrp="1"/>
          </p:cNvSpPr>
          <p:nvPr>
            <p:ph sz="quarter" idx="27"/>
          </p:nvPr>
        </p:nvSpPr>
        <p:spPr>
          <a:xfrm>
            <a:off x="6266034" y="3007140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number3"/>
          <p:cNvSpPr>
            <a:spLocks noGrp="1"/>
          </p:cNvSpPr>
          <p:nvPr>
            <p:ph sz="quarter" idx="28"/>
          </p:nvPr>
        </p:nvSpPr>
        <p:spPr>
          <a:xfrm>
            <a:off x="4678830" y="4668741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number4"/>
          <p:cNvSpPr>
            <a:spLocks noGrp="1"/>
          </p:cNvSpPr>
          <p:nvPr>
            <p:ph sz="quarter" idx="29"/>
          </p:nvPr>
        </p:nvSpPr>
        <p:spPr>
          <a:xfrm>
            <a:off x="6266180" y="4672330"/>
            <a:ext cx="1289050" cy="6146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lang="en-US" sz="3400" b="1" kern="1200" smtClean="0">
                <a:solidFill>
                  <a:schemeClr val="tx1"/>
                </a:solidFill>
                <a:latin typeface="Poppins SemiBold" panose="02000000000000000000" charset="0"/>
                <a:ea typeface="+mj-ea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869488" y="3106988"/>
            <a:ext cx="3136348" cy="114615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869487" y="2227580"/>
            <a:ext cx="3136349" cy="575945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body2"/>
          <p:cNvSpPr>
            <a:spLocks noGrp="1"/>
          </p:cNvSpPr>
          <p:nvPr>
            <p:ph sz="quarter" idx="11"/>
          </p:nvPr>
        </p:nvSpPr>
        <p:spPr>
          <a:xfrm>
            <a:off x="8857614" y="4425150"/>
            <a:ext cx="3136348" cy="170429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4" name="tray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2" cstate="screen"/>
          <a:srcRect r="-1"/>
          <a:stretch>
            <a:fillRect/>
          </a:stretch>
        </p:blipFill>
        <p:spPr>
          <a:xfrm>
            <a:off x="333554" y="358776"/>
            <a:ext cx="8153221" cy="6140448"/>
          </a:xfrm>
          <a:prstGeom prst="roundRect">
            <a:avLst>
              <a:gd name="adj" fmla="val 5599"/>
            </a:avLst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4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5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0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2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pro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"/>
          <p:cNvSpPr>
            <a:spLocks noGrp="1"/>
          </p:cNvSpPr>
          <p:nvPr>
            <p:ph sz="quarter" idx="10"/>
          </p:nvPr>
        </p:nvSpPr>
        <p:spPr>
          <a:xfrm>
            <a:off x="5735999" y="1942140"/>
            <a:ext cx="6120000" cy="4641215"/>
          </a:xfrm>
          <a:prstGeom prst="rect">
            <a:avLst/>
          </a:prstGeom>
        </p:spPr>
        <p:txBody>
          <a:bodyPr/>
          <a:lstStyle>
            <a:lvl1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627999" y="1146515"/>
            <a:ext cx="6159600" cy="583200"/>
          </a:xfrm>
          <a:prstGeom prst="rect">
            <a:avLst/>
          </a:prstGeom>
        </p:spPr>
        <p:txBody>
          <a:bodyPr/>
          <a:lstStyle>
            <a:lvl1pPr>
              <a:defRPr sz="32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2.xml"/><Relationship Id="rId5" Type="http://schemas.openxmlformats.org/officeDocument/2006/relationships/image" Target="../media/image24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3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33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" Type="http://schemas.openxmlformats.org/officeDocument/2006/relationships/image" Target="../media/image28.jpeg"/><Relationship Id="rId21" Type="http://schemas.openxmlformats.org/officeDocument/2006/relationships/image" Target="../media/image37.png"/><Relationship Id="rId7" Type="http://schemas.openxmlformats.org/officeDocument/2006/relationships/image" Target="../media/image30.png"/><Relationship Id="rId12" Type="http://schemas.openxmlformats.org/officeDocument/2006/relationships/customXml" Target="../ink/ink9.xml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2" Type="http://schemas.openxmlformats.org/officeDocument/2006/relationships/image" Target="../media/image19.png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6.xml"/><Relationship Id="rId11" Type="http://schemas.openxmlformats.org/officeDocument/2006/relationships/image" Target="../media/image32.png"/><Relationship Id="rId24" Type="http://schemas.openxmlformats.org/officeDocument/2006/relationships/customXml" Target="../ink/ink15.xml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17.xml"/><Relationship Id="rId10" Type="http://schemas.openxmlformats.org/officeDocument/2006/relationships/customXml" Target="../ink/ink8.xml"/><Relationship Id="rId19" Type="http://schemas.openxmlformats.org/officeDocument/2006/relationships/image" Target="../media/image36.png"/><Relationship Id="rId4" Type="http://schemas.openxmlformats.org/officeDocument/2006/relationships/customXml" Target="../ink/ink5.xml"/><Relationship Id="rId9" Type="http://schemas.openxmlformats.org/officeDocument/2006/relationships/image" Target="../media/image31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6.png"/><Relationship Id="rId7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18.xml"/><Relationship Id="rId11" Type="http://schemas.openxmlformats.org/officeDocument/2006/relationships/image" Target="../media/image44.png"/><Relationship Id="rId5" Type="http://schemas.openxmlformats.org/officeDocument/2006/relationships/image" Target="../media/image8.png"/><Relationship Id="rId10" Type="http://schemas.openxmlformats.org/officeDocument/2006/relationships/customXml" Target="../ink/ink20.xml"/><Relationship Id="rId4" Type="http://schemas.openxmlformats.org/officeDocument/2006/relationships/image" Target="../media/image7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image" Target="../media/image48.png"/><Relationship Id="rId3" Type="http://schemas.openxmlformats.org/officeDocument/2006/relationships/image" Target="../media/image6.png"/><Relationship Id="rId7" Type="http://schemas.openxmlformats.org/officeDocument/2006/relationships/image" Target="../media/image45.png"/><Relationship Id="rId12" Type="http://schemas.openxmlformats.org/officeDocument/2006/relationships/customXml" Target="../ink/ink2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21.xml"/><Relationship Id="rId11" Type="http://schemas.openxmlformats.org/officeDocument/2006/relationships/image" Target="../media/image47.png"/><Relationship Id="rId5" Type="http://schemas.openxmlformats.org/officeDocument/2006/relationships/image" Target="../media/image8.png"/><Relationship Id="rId10" Type="http://schemas.openxmlformats.org/officeDocument/2006/relationships/customXml" Target="../ink/ink23.xml"/><Relationship Id="rId4" Type="http://schemas.openxmlformats.org/officeDocument/2006/relationships/image" Target="../media/image7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54.png"/><Relationship Id="rId18" Type="http://schemas.openxmlformats.org/officeDocument/2006/relationships/customXml" Target="../ink/ink32.xml"/><Relationship Id="rId3" Type="http://schemas.openxmlformats.org/officeDocument/2006/relationships/image" Target="../media/image49.jpeg"/><Relationship Id="rId7" Type="http://schemas.openxmlformats.org/officeDocument/2006/relationships/image" Target="../media/image51.png"/><Relationship Id="rId12" Type="http://schemas.openxmlformats.org/officeDocument/2006/relationships/customXml" Target="../ink/ink29.xml"/><Relationship Id="rId17" Type="http://schemas.openxmlformats.org/officeDocument/2006/relationships/image" Target="../media/image56.png"/><Relationship Id="rId2" Type="http://schemas.openxmlformats.org/officeDocument/2006/relationships/image" Target="../media/image19.png"/><Relationship Id="rId16" Type="http://schemas.openxmlformats.org/officeDocument/2006/relationships/customXml" Target="../ink/ink31.xml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26.xml"/><Relationship Id="rId11" Type="http://schemas.openxmlformats.org/officeDocument/2006/relationships/image" Target="../media/image53.png"/><Relationship Id="rId5" Type="http://schemas.openxmlformats.org/officeDocument/2006/relationships/image" Target="../media/image50.png"/><Relationship Id="rId15" Type="http://schemas.openxmlformats.org/officeDocument/2006/relationships/image" Target="../media/image55.png"/><Relationship Id="rId10" Type="http://schemas.openxmlformats.org/officeDocument/2006/relationships/customXml" Target="../ink/ink28.xml"/><Relationship Id="rId19" Type="http://schemas.openxmlformats.org/officeDocument/2006/relationships/image" Target="../media/image57.png"/><Relationship Id="rId4" Type="http://schemas.openxmlformats.org/officeDocument/2006/relationships/customXml" Target="../ink/ink25.xml"/><Relationship Id="rId9" Type="http://schemas.openxmlformats.org/officeDocument/2006/relationships/image" Target="../media/image52.png"/><Relationship Id="rId14" Type="http://schemas.openxmlformats.org/officeDocument/2006/relationships/customXml" Target="../ink/ink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Introduction to Python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1. Understanding Functions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Content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2. Creating and Using Functions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3. Advanced Function Concepts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7" name="body4"/>
          <p:cNvSpPr>
            <a:spLocks noGrp="1"/>
          </p:cNvSpPr>
          <p:nvPr>
            <p:ph sz="quarter" idx="13"/>
          </p:nvPr>
        </p:nvSpPr>
        <p:spPr>
          <a:xfrm>
            <a:off x="3024000" y="355816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4. Practical Applications of Functions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1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Understanding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Definition</a:t>
            </a:r>
          </a:p>
          <a:p>
            <a:pPr lvl="4"/>
            <a:r>
              <a:rPr lang="en-US" dirty="0"/>
              <a:t>A Python function is a block of organized, reusable code that performs a specific task when called.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Reusability</a:t>
            </a:r>
          </a:p>
          <a:p>
            <a:pPr lvl="4"/>
            <a:r>
              <a:rPr lang="en-US" dirty="0"/>
              <a:t>They enable you to reuse the code and avoid redundancy in your programs.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Modularity</a:t>
            </a:r>
          </a:p>
          <a:p>
            <a:pPr lvl="4"/>
            <a:r>
              <a:rPr lang="en-US" dirty="0"/>
              <a:t>Functions provide better modularity by allowing you to break down your program into smaller, manageable pieces.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What are Python Functions?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Function Structure</a:t>
            </a:r>
          </a:p>
          <a:p>
            <a:pPr lvl="4"/>
            <a:r>
              <a:rPr lang="en-US" dirty="0"/>
              <a:t>Functions consist of a function name, parameters, a colon, and an indented block of code.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Anatomy of a Python Function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Parameters</a:t>
            </a:r>
          </a:p>
          <a:p>
            <a:pPr lvl="4"/>
            <a:r>
              <a:rPr lang="en-US" dirty="0"/>
              <a:t>Data can be passed into a function as parameters to customize its behavior.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Return Statement</a:t>
            </a:r>
          </a:p>
          <a:p>
            <a:pPr lvl="4"/>
            <a:r>
              <a:rPr lang="en-US" dirty="0"/>
              <a:t>Functions can return data as output after performing their tasks.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ECCAC1-8075-7B63-7754-EACB31078C72}"/>
                  </a:ext>
                </a:extLst>
              </p14:cNvPr>
              <p14:cNvContentPartPr/>
              <p14:nvPr/>
            </p14:nvContentPartPr>
            <p14:xfrm>
              <a:off x="5394318" y="2006233"/>
              <a:ext cx="299520" cy="136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ECCAC1-8075-7B63-7754-EACB31078C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85318" y="1997593"/>
                <a:ext cx="3171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C4237E-7692-ECE5-1C83-01F91B3282FA}"/>
                  </a:ext>
                </a:extLst>
              </p14:cNvPr>
              <p14:cNvContentPartPr/>
              <p14:nvPr/>
            </p14:nvContentPartPr>
            <p14:xfrm>
              <a:off x="7278198" y="5789113"/>
              <a:ext cx="444600" cy="211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C4237E-7692-ECE5-1C83-01F91B3282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69558" y="5780113"/>
                <a:ext cx="462240" cy="22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Code Organization</a:t>
            </a:r>
          </a:p>
          <a:p>
            <a:pPr lvl="4"/>
            <a:r>
              <a:rPr lang="en-US" dirty="0"/>
              <a:t>Functions help in organizing code and making it more readable and maintainable.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Code Reusability</a:t>
            </a:r>
          </a:p>
          <a:p>
            <a:pPr lvl="4"/>
            <a:r>
              <a:rPr lang="en-US" dirty="0"/>
              <a:t>Functions promote code reusability, reducing the need for redundant code.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Abstraction</a:t>
            </a:r>
          </a:p>
          <a:p>
            <a:pPr lvl="4"/>
            <a:r>
              <a:rPr lang="en-US" dirty="0"/>
              <a:t>They allow you to abstract away complex operations into simple function calls.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Benefits of Using Functions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22B1B67-6AC3-DFCD-7FE2-FE46BA8AA304}"/>
                  </a:ext>
                </a:extLst>
              </p14:cNvPr>
              <p14:cNvContentPartPr/>
              <p14:nvPr/>
            </p14:nvContentPartPr>
            <p14:xfrm>
              <a:off x="1052718" y="4122673"/>
              <a:ext cx="256320" cy="107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22B1B67-6AC3-DFCD-7FE2-FE46BA8AA3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4078" y="4113673"/>
                <a:ext cx="2739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C85EF4-3824-BE38-6F49-45D7907645C6}"/>
                  </a:ext>
                </a:extLst>
              </p14:cNvPr>
              <p14:cNvContentPartPr/>
              <p14:nvPr/>
            </p14:nvContentPartPr>
            <p14:xfrm>
              <a:off x="5419518" y="5060473"/>
              <a:ext cx="870120" cy="76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C85EF4-3824-BE38-6F49-45D7907645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10878" y="5051473"/>
                <a:ext cx="887760" cy="9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Built-in Functions</a:t>
            </a:r>
          </a:p>
          <a:p>
            <a:pPr lvl="4"/>
            <a:r>
              <a:rPr lang="en-US" dirty="0"/>
              <a:t>Python provides a wide range of built-in functions for common tasks like mathematical operations, string manipulation, and more.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Commonly Used Python Functions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User-Defined Functions</a:t>
            </a:r>
          </a:p>
          <a:p>
            <a:pPr lvl="4"/>
            <a:r>
              <a:rPr lang="en-US" dirty="0"/>
              <a:t>In addition to built-in functions, Python allows you to define your own custom functions to suit your specific needs.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Library Functions</a:t>
            </a:r>
          </a:p>
          <a:p>
            <a:pPr lvl="4"/>
            <a:r>
              <a:rPr lang="en-US" dirty="0"/>
              <a:t>Python libraries offer numerous specialized functions for various purposes, such as data manipulation, visualization, and more.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CD7629-4134-4BED-3EA3-3B955B79B92C}"/>
                  </a:ext>
                </a:extLst>
              </p14:cNvPr>
              <p14:cNvContentPartPr/>
              <p14:nvPr/>
            </p14:nvContentPartPr>
            <p14:xfrm>
              <a:off x="4833798" y="1710313"/>
              <a:ext cx="688320" cy="3214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CD7629-4134-4BED-3EA3-3B955B79B9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25158" y="1701313"/>
                <a:ext cx="705960" cy="32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EA24273-19F3-30AD-EFF7-6A458AD07F24}"/>
                  </a:ext>
                </a:extLst>
              </p14:cNvPr>
              <p14:cNvContentPartPr/>
              <p14:nvPr/>
            </p14:nvContentPartPr>
            <p14:xfrm>
              <a:off x="7242918" y="100033"/>
              <a:ext cx="105120" cy="313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EA24273-19F3-30AD-EFF7-6A458AD07F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33918" y="91393"/>
                <a:ext cx="122760" cy="33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C5B2477-746E-ABCC-94F8-E5160F5C0FD2}"/>
              </a:ext>
            </a:extLst>
          </p:cNvPr>
          <p:cNvGrpSpPr/>
          <p:nvPr/>
        </p:nvGrpSpPr>
        <p:grpSpPr>
          <a:xfrm>
            <a:off x="8552598" y="91753"/>
            <a:ext cx="1239480" cy="546120"/>
            <a:chOff x="8552598" y="91753"/>
            <a:chExt cx="1239480" cy="54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42A792C-55D9-546D-74CC-36235B86D866}"/>
                    </a:ext>
                  </a:extLst>
                </p14:cNvPr>
                <p14:cNvContentPartPr/>
                <p14:nvPr/>
              </p14:nvContentPartPr>
              <p14:xfrm>
                <a:off x="8552598" y="144673"/>
                <a:ext cx="942120" cy="493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42A792C-55D9-546D-74CC-36235B86D8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43598" y="135673"/>
                  <a:ext cx="95976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3514DFF-D710-D754-73BB-DBBEB6F364DD}"/>
                    </a:ext>
                  </a:extLst>
                </p14:cNvPr>
                <p14:cNvContentPartPr/>
                <p14:nvPr/>
              </p14:nvContentPartPr>
              <p14:xfrm>
                <a:off x="9719718" y="91753"/>
                <a:ext cx="72360" cy="303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3514DFF-D710-D754-73BB-DBBEB6F364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10718" y="83113"/>
                  <a:ext cx="90000" cy="32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0E994A7-D7E4-FD3B-9D2F-723DDCEDE5C4}"/>
                  </a:ext>
                </a:extLst>
              </p14:cNvPr>
              <p14:cNvContentPartPr/>
              <p14:nvPr/>
            </p14:nvContentPartPr>
            <p14:xfrm>
              <a:off x="10568238" y="81673"/>
              <a:ext cx="144720" cy="3614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0E994A7-D7E4-FD3B-9D2F-723DDCEDE5C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59238" y="73033"/>
                <a:ext cx="1623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89BD930-AA15-58D9-A608-1545CC7668A3}"/>
                  </a:ext>
                </a:extLst>
              </p14:cNvPr>
              <p14:cNvContentPartPr/>
              <p14:nvPr/>
            </p14:nvContentPartPr>
            <p14:xfrm>
              <a:off x="8601198" y="578473"/>
              <a:ext cx="808920" cy="58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89BD930-AA15-58D9-A608-1545CC7668A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592558" y="569473"/>
                <a:ext cx="826560" cy="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150560F-7B9D-203F-E83A-AA069F9AA552}"/>
              </a:ext>
            </a:extLst>
          </p:cNvPr>
          <p:cNvGrpSpPr/>
          <p:nvPr/>
        </p:nvGrpSpPr>
        <p:grpSpPr>
          <a:xfrm>
            <a:off x="6075798" y="116233"/>
            <a:ext cx="660600" cy="538200"/>
            <a:chOff x="6075798" y="116233"/>
            <a:chExt cx="660600" cy="53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9B2267-9A30-3DDD-EEA6-C5402F025A84}"/>
                    </a:ext>
                  </a:extLst>
                </p14:cNvPr>
                <p14:cNvContentPartPr/>
                <p14:nvPr/>
              </p14:nvContentPartPr>
              <p14:xfrm>
                <a:off x="6084438" y="116233"/>
                <a:ext cx="52200" cy="361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9B2267-9A30-3DDD-EEA6-C5402F025A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75438" y="107233"/>
                  <a:ext cx="698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22228D3-ECF2-8BFF-4DF9-D5737F435D2E}"/>
                    </a:ext>
                  </a:extLst>
                </p14:cNvPr>
                <p14:cNvContentPartPr/>
                <p14:nvPr/>
              </p14:nvContentPartPr>
              <p14:xfrm>
                <a:off x="6075798" y="277873"/>
                <a:ext cx="454680" cy="242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22228D3-ECF2-8BFF-4DF9-D5737F435D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66798" y="269233"/>
                  <a:ext cx="472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474C8C-2B71-764D-D7FA-1718760041FC}"/>
                    </a:ext>
                  </a:extLst>
                </p14:cNvPr>
                <p14:cNvContentPartPr/>
                <p14:nvPr/>
              </p14:nvContentPartPr>
              <p14:xfrm>
                <a:off x="6591678" y="121273"/>
                <a:ext cx="144720" cy="423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474C8C-2B71-764D-D7FA-1718760041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82678" y="112273"/>
                  <a:ext cx="1623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802CAEF-0866-0916-B118-5FB2F2CE5B1F}"/>
                    </a:ext>
                  </a:extLst>
                </p14:cNvPr>
                <p14:cNvContentPartPr/>
                <p14:nvPr/>
              </p14:nvContentPartPr>
              <p14:xfrm>
                <a:off x="6131238" y="613033"/>
                <a:ext cx="332280" cy="41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802CAEF-0866-0916-B118-5FB2F2CE5B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22598" y="604033"/>
                  <a:ext cx="34992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32BBD5F-C955-AA4F-8AF7-108299CC6E59}"/>
                  </a:ext>
                </a:extLst>
              </p14:cNvPr>
              <p14:cNvContentPartPr/>
              <p14:nvPr/>
            </p14:nvContentPartPr>
            <p14:xfrm>
              <a:off x="8706318" y="566593"/>
              <a:ext cx="964080" cy="424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32BBD5F-C955-AA4F-8AF7-108299CC6E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97318" y="557953"/>
                <a:ext cx="9817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F5CF362-CECC-CCC4-8608-E369FB05A896}"/>
                  </a:ext>
                </a:extLst>
              </p14:cNvPr>
              <p14:cNvContentPartPr/>
              <p14:nvPr/>
            </p14:nvContentPartPr>
            <p14:xfrm>
              <a:off x="5510238" y="3241753"/>
              <a:ext cx="323280" cy="727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F5CF362-CECC-CCC4-8608-E369FB05A89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01598" y="3232753"/>
                <a:ext cx="340920" cy="7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8928C3B-BED2-E72A-FF98-8A01FE0CF299}"/>
                  </a:ext>
                </a:extLst>
              </p14:cNvPr>
              <p14:cNvContentPartPr/>
              <p14:nvPr/>
            </p14:nvContentPartPr>
            <p14:xfrm>
              <a:off x="5747478" y="5179633"/>
              <a:ext cx="624240" cy="90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8928C3B-BED2-E72A-FF98-8A01FE0CF29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38838" y="5170633"/>
                <a:ext cx="641880" cy="10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2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Creating and Using Functions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Function Declaration</a:t>
            </a:r>
          </a:p>
          <a:p>
            <a:pPr lvl="4"/>
            <a:r>
              <a:rPr lang="en-US" dirty="0"/>
              <a:t>To define a function, you use the `def` keyword followed by the function name and parentheses.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Function Body</a:t>
            </a:r>
          </a:p>
          <a:p>
            <a:pPr lvl="4"/>
            <a:r>
              <a:rPr lang="en-US" dirty="0"/>
              <a:t>The function body contains the code that defines the task to be performed.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Function Parameters</a:t>
            </a:r>
          </a:p>
          <a:p>
            <a:pPr lvl="4"/>
            <a:r>
              <a:rPr lang="en-US" dirty="0"/>
              <a:t>Parameters are specified within the parentheses to allow the function to accept input data.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Defining a Function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3FB482-31EE-B9DA-738B-47145FA48D94}"/>
                  </a:ext>
                </a:extLst>
              </p14:cNvPr>
              <p14:cNvContentPartPr/>
              <p14:nvPr/>
            </p14:nvContentPartPr>
            <p14:xfrm>
              <a:off x="2227758" y="3558193"/>
              <a:ext cx="362520" cy="259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3FB482-31EE-B9DA-738B-47145FA48D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9118" y="3549193"/>
                <a:ext cx="3801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71578F4-27CC-89C0-C676-E0B3BCBDE300}"/>
                  </a:ext>
                </a:extLst>
              </p14:cNvPr>
              <p14:cNvContentPartPr/>
              <p14:nvPr/>
            </p14:nvContentPartPr>
            <p14:xfrm>
              <a:off x="5353638" y="3457033"/>
              <a:ext cx="565200" cy="225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71578F4-27CC-89C0-C676-E0B3BCBDE3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44998" y="3448393"/>
                <a:ext cx="582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A2BBD65-0403-2C28-CD15-F7985FA26FFC}"/>
                  </a:ext>
                </a:extLst>
              </p14:cNvPr>
              <p14:cNvContentPartPr/>
              <p14:nvPr/>
            </p14:nvContentPartPr>
            <p14:xfrm>
              <a:off x="8974158" y="3483673"/>
              <a:ext cx="503280" cy="131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A2BBD65-0403-2C28-CD15-F7985FA26FF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65158" y="3475033"/>
                <a:ext cx="520920" cy="14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Function Invocation</a:t>
            </a:r>
          </a:p>
          <a:p>
            <a:pPr lvl="4"/>
            <a:r>
              <a:rPr lang="en-US" dirty="0"/>
              <a:t>To execute a function, you simply use the function name followed by parentheses.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Calling a Function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Argument Passing</a:t>
            </a:r>
          </a:p>
          <a:p>
            <a:pPr lvl="4"/>
            <a:r>
              <a:rPr lang="en-US" dirty="0"/>
              <a:t>Arguments are passed within the parentheses to provide input data to the function.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Return Value</a:t>
            </a:r>
          </a:p>
          <a:p>
            <a:pPr lvl="4"/>
            <a:r>
              <a:rPr lang="en-US" dirty="0"/>
              <a:t>If the function returns a value, it can be stored in a variable or used directly in the program.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Local Variables</a:t>
            </a:r>
          </a:p>
          <a:p>
            <a:pPr lvl="4"/>
            <a:r>
              <a:rPr lang="en-US" dirty="0"/>
              <a:t>Variables defined inside a function have local scope and are only accessible within that function.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Lifetime of Variables</a:t>
            </a:r>
          </a:p>
          <a:p>
            <a:pPr lvl="4"/>
            <a:r>
              <a:rPr lang="en-US" dirty="0"/>
              <a:t>The lifetime of a variable is the period during which it exists in the memory.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Global Variables</a:t>
            </a:r>
          </a:p>
          <a:p>
            <a:pPr lvl="4"/>
            <a:r>
              <a:rPr lang="en-US" dirty="0"/>
              <a:t>Variables defined outside of any function have global scope and can be accessed from anywhere in the program.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Scope and Lifetime of Variables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A6AEA04-9BAF-891F-BBA4-90A9E5C30787}"/>
                  </a:ext>
                </a:extLst>
              </p14:cNvPr>
              <p14:cNvContentPartPr/>
              <p14:nvPr/>
            </p14:nvContentPartPr>
            <p14:xfrm>
              <a:off x="2434038" y="3686353"/>
              <a:ext cx="282240" cy="151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A6AEA04-9BAF-891F-BBA4-90A9E5C307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398" y="3677353"/>
                <a:ext cx="2998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D53559-04B5-21AB-FF7C-61E482CC471F}"/>
                  </a:ext>
                </a:extLst>
              </p14:cNvPr>
              <p14:cNvContentPartPr/>
              <p14:nvPr/>
            </p14:nvContentPartPr>
            <p14:xfrm>
              <a:off x="5007318" y="3667993"/>
              <a:ext cx="352440" cy="106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D53559-04B5-21AB-FF7C-61E482CC47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98678" y="3658993"/>
                <a:ext cx="370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BEC6CCF-6F9E-FDA8-1524-458F4E2EF34E}"/>
                  </a:ext>
                </a:extLst>
              </p14:cNvPr>
              <p14:cNvContentPartPr/>
              <p14:nvPr/>
            </p14:nvContentPartPr>
            <p14:xfrm>
              <a:off x="7808838" y="3733513"/>
              <a:ext cx="266040" cy="10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BEC6CCF-6F9E-FDA8-1524-458F4E2EF3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00198" y="3724513"/>
                <a:ext cx="2836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D0B4A38-B74E-AB4F-87EB-2F1C79A0B76B}"/>
                  </a:ext>
                </a:extLst>
              </p14:cNvPr>
              <p14:cNvContentPartPr/>
              <p14:nvPr/>
            </p14:nvContentPartPr>
            <p14:xfrm>
              <a:off x="649158" y="887353"/>
              <a:ext cx="6879240" cy="591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D0B4A38-B74E-AB4F-87EB-2F1C79A0B7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0158" y="878353"/>
                <a:ext cx="6896880" cy="60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Function Naming</a:t>
            </a:r>
          </a:p>
          <a:p>
            <a:pPr lvl="4"/>
            <a:r>
              <a:rPr lang="en-US" dirty="0"/>
              <a:t>Use descriptive names for functions that reflect their purpose and behavior.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Best Practices for Functions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Function Length</a:t>
            </a:r>
          </a:p>
          <a:p>
            <a:pPr lvl="4"/>
            <a:r>
              <a:rPr lang="en-US" dirty="0"/>
              <a:t>Keep functions concise and focused on a single task to enhance readability and maintainability.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Documentation</a:t>
            </a:r>
          </a:p>
          <a:p>
            <a:pPr lvl="4"/>
            <a:r>
              <a:rPr lang="en-US" dirty="0"/>
              <a:t>Add comments and docstrings to explain the purpose, parameters, and return values of the function.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83919F6-B70C-F843-DFEA-9551E6CD0948}"/>
                  </a:ext>
                </a:extLst>
              </p14:cNvPr>
              <p14:cNvContentPartPr/>
              <p14:nvPr/>
            </p14:nvContentPartPr>
            <p14:xfrm>
              <a:off x="6584118" y="2371633"/>
              <a:ext cx="1360800" cy="88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83919F6-B70C-F843-DFEA-9551E6CD09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75118" y="2362633"/>
                <a:ext cx="1378440" cy="1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72FBAB7-9B37-B751-8C9B-E69EA632603C}"/>
              </a:ext>
            </a:extLst>
          </p:cNvPr>
          <p:cNvGrpSpPr/>
          <p:nvPr/>
        </p:nvGrpSpPr>
        <p:grpSpPr>
          <a:xfrm>
            <a:off x="6564318" y="2719033"/>
            <a:ext cx="2077920" cy="102240"/>
            <a:chOff x="6564318" y="2719033"/>
            <a:chExt cx="207792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283832-7CCB-10A4-A8A1-484978904CAB}"/>
                    </a:ext>
                  </a:extLst>
                </p14:cNvPr>
                <p14:cNvContentPartPr/>
                <p14:nvPr/>
              </p14:nvContentPartPr>
              <p14:xfrm>
                <a:off x="6564318" y="2719033"/>
                <a:ext cx="1031040" cy="91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283832-7CCB-10A4-A8A1-484978904CA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55318" y="2710393"/>
                  <a:ext cx="1048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8D870A-5055-D88E-CB4F-DDDD8219DDE8}"/>
                    </a:ext>
                  </a:extLst>
                </p14:cNvPr>
                <p14:cNvContentPartPr/>
                <p14:nvPr/>
              </p14:nvContentPartPr>
              <p14:xfrm>
                <a:off x="7800558" y="2757553"/>
                <a:ext cx="841680" cy="63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8D870A-5055-D88E-CB4F-DDDD8219DD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91918" y="2748913"/>
                  <a:ext cx="85932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2EFDCE4-A0A3-7F69-3C2B-960D072F9B7D}"/>
                  </a:ext>
                </a:extLst>
              </p14:cNvPr>
              <p14:cNvContentPartPr/>
              <p14:nvPr/>
            </p14:nvContentPartPr>
            <p14:xfrm>
              <a:off x="7689318" y="3306553"/>
              <a:ext cx="494280" cy="241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2EFDCE4-A0A3-7F69-3C2B-960D072F9B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678" y="3297553"/>
                <a:ext cx="51192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5CC1C4A-6138-B024-737A-2C7986387E80}"/>
              </a:ext>
            </a:extLst>
          </p:cNvPr>
          <p:cNvGrpSpPr/>
          <p:nvPr/>
        </p:nvGrpSpPr>
        <p:grpSpPr>
          <a:xfrm>
            <a:off x="9342438" y="4265233"/>
            <a:ext cx="477000" cy="423720"/>
            <a:chOff x="9342438" y="4265233"/>
            <a:chExt cx="477000" cy="42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0D355F5-D1A6-EA36-EA43-62F147603E78}"/>
                    </a:ext>
                  </a:extLst>
                </p14:cNvPr>
                <p14:cNvContentPartPr/>
                <p14:nvPr/>
              </p14:nvContentPartPr>
              <p14:xfrm>
                <a:off x="9658158" y="4265233"/>
                <a:ext cx="44280" cy="246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0D355F5-D1A6-EA36-EA43-62F147603E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49518" y="4256233"/>
                  <a:ext cx="619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D4A758-35C7-3C82-0EB0-7A46C90FD3C2}"/>
                    </a:ext>
                  </a:extLst>
                </p14:cNvPr>
                <p14:cNvContentPartPr/>
                <p14:nvPr/>
              </p14:nvContentPartPr>
              <p14:xfrm>
                <a:off x="9342438" y="4436593"/>
                <a:ext cx="269640" cy="145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D4A758-35C7-3C82-0EB0-7A46C90FD3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33438" y="4427593"/>
                  <a:ext cx="287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6F4DA7-4A47-7AF4-028E-363586AD90CD}"/>
                    </a:ext>
                  </a:extLst>
                </p14:cNvPr>
                <p14:cNvContentPartPr/>
                <p14:nvPr/>
              </p14:nvContentPartPr>
              <p14:xfrm>
                <a:off x="9610638" y="4499593"/>
                <a:ext cx="208800" cy="189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6F4DA7-4A47-7AF4-028E-363586AD90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01638" y="4490593"/>
                  <a:ext cx="226440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6AA6732-1E57-6228-8A48-83ADDBD3D1A5}"/>
                  </a:ext>
                </a:extLst>
              </p14:cNvPr>
              <p14:cNvContentPartPr/>
              <p14:nvPr/>
            </p14:nvContentPartPr>
            <p14:xfrm>
              <a:off x="5508438" y="5299873"/>
              <a:ext cx="309960" cy="1555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6AA6732-1E57-6228-8A48-83ADDBD3D1A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99798" y="5291233"/>
                <a:ext cx="327600" cy="17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516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Poppins Light</vt:lpstr>
      <vt:lpstr>Poppins Medium</vt:lpstr>
      <vt:lpstr>Poppins Regular</vt:lpstr>
      <vt:lpstr>Poppins SemiBold</vt:lpstr>
      <vt:lpstr>Office 主题​​</vt:lpstr>
      <vt:lpstr>Introduction to Python Functions</vt:lpstr>
      <vt:lpstr>Content</vt:lpstr>
      <vt:lpstr>Understanding Functions</vt:lpstr>
      <vt:lpstr>What are Python Functions?</vt:lpstr>
      <vt:lpstr>Anatomy of a Python Function</vt:lpstr>
      <vt:lpstr>Benefits of Using Functions</vt:lpstr>
      <vt:lpstr>Commonly Used Python Functions</vt:lpstr>
      <vt:lpstr>Creating and Using Functions</vt:lpstr>
      <vt:lpstr>Defining a Function</vt:lpstr>
      <vt:lpstr>Calling a Function</vt:lpstr>
      <vt:lpstr>Scope and Lifetime of Variables</vt:lpstr>
      <vt:lpstr>Best Practices for Functions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SkinnyFish</dc:creator>
  <cp:lastModifiedBy>Shubhankit Sirvaiya</cp:lastModifiedBy>
  <cp:revision>125</cp:revision>
  <dcterms:created xsi:type="dcterms:W3CDTF">2024-01-12T07:48:11Z</dcterms:created>
  <dcterms:modified xsi:type="dcterms:W3CDTF">2024-02-03T08:45:54Z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9DD6DF833E394729E4E16E651B262C40_43</vt:lpwstr>
  </property>
</Properties>
</file>